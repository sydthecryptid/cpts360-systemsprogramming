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04" r:id="rId2"/>
    <p:sldId id="338" r:id="rId3"/>
    <p:sldId id="440" r:id="rId4"/>
    <p:sldId id="421" r:id="rId5"/>
    <p:sldId id="439" r:id="rId6"/>
    <p:sldId id="441" r:id="rId7"/>
    <p:sldId id="442" r:id="rId8"/>
    <p:sldId id="443" r:id="rId9"/>
    <p:sldId id="444" r:id="rId10"/>
    <p:sldId id="445" r:id="rId11"/>
    <p:sldId id="447" r:id="rId12"/>
    <p:sldId id="446" r:id="rId13"/>
    <p:sldId id="448" r:id="rId14"/>
    <p:sldId id="449" r:id="rId15"/>
    <p:sldId id="450" r:id="rId16"/>
    <p:sldId id="451" r:id="rId17"/>
    <p:sldId id="452" r:id="rId18"/>
    <p:sldId id="453" r:id="rId19"/>
    <p:sldId id="455" r:id="rId20"/>
    <p:sldId id="456" r:id="rId21"/>
    <p:sldId id="458" r:id="rId22"/>
    <p:sldId id="457" r:id="rId23"/>
    <p:sldId id="454" r:id="rId24"/>
  </p:sldIdLst>
  <p:sldSz cx="9144000" cy="5143500" type="screen16x9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EAEAEA"/>
    <a:srgbClr val="DBCEAC"/>
    <a:srgbClr val="3CB6CE"/>
    <a:srgbClr val="B6BF00"/>
    <a:srgbClr val="EC7A00"/>
    <a:srgbClr val="003C69"/>
    <a:srgbClr val="45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5" autoAdjust="0"/>
    <p:restoredTop sz="97674" autoAdjust="0"/>
  </p:normalViewPr>
  <p:slideViewPr>
    <p:cSldViewPr snapToGrid="0">
      <p:cViewPr varScale="1">
        <p:scale>
          <a:sx n="140" d="100"/>
          <a:sy n="140" d="100"/>
        </p:scale>
        <p:origin x="864" y="126"/>
      </p:cViewPr>
      <p:guideLst>
        <p:guide orient="horz" pos="486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-2004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epalli, Ananth" userId="c67baff2-5b80-4b31-8765-653e91404522" providerId="ADAL" clId="{57776F82-62D0-4C7B-849E-24517F3C801E}"/>
    <pc:docChg chg="undo redo custSel addSld modSld sldOrd">
      <pc:chgData name="Jillepalli, Ananth" userId="c67baff2-5b80-4b31-8765-653e91404522" providerId="ADAL" clId="{57776F82-62D0-4C7B-849E-24517F3C801E}" dt="2026-03-26T16:18:29.745" v="4624" actId="20577"/>
      <pc:docMkLst>
        <pc:docMk/>
      </pc:docMkLst>
      <pc:sldChg chg="modSp mod">
        <pc:chgData name="Jillepalli, Ananth" userId="c67baff2-5b80-4b31-8765-653e91404522" providerId="ADAL" clId="{57776F82-62D0-4C7B-849E-24517F3C801E}" dt="2026-03-26T16:18:29.745" v="4624" actId="20577"/>
        <pc:sldMkLst>
          <pc:docMk/>
          <pc:sldMk cId="4248770590" sldId="440"/>
        </pc:sldMkLst>
        <pc:spChg chg="mod">
          <ac:chgData name="Jillepalli, Ananth" userId="c67baff2-5b80-4b31-8765-653e91404522" providerId="ADAL" clId="{57776F82-62D0-4C7B-849E-24517F3C801E}" dt="2026-03-26T16:18:29.745" v="4624" actId="20577"/>
          <ac:spMkLst>
            <pc:docMk/>
            <pc:sldMk cId="4248770590" sldId="440"/>
            <ac:spMk id="11266" creationId="{F110F128-D4C0-9FC8-2074-894D5461D9DB}"/>
          </ac:spMkLst>
        </pc:spChg>
      </pc:sldChg>
      <pc:sldChg chg="modSp mod">
        <pc:chgData name="Jillepalli, Ananth" userId="c67baff2-5b80-4b31-8765-653e91404522" providerId="ADAL" clId="{57776F82-62D0-4C7B-849E-24517F3C801E}" dt="2026-03-26T16:11:25.857" v="4605" actId="20577"/>
        <pc:sldMkLst>
          <pc:docMk/>
          <pc:sldMk cId="232052592" sldId="442"/>
        </pc:sldMkLst>
        <pc:spChg chg="mod">
          <ac:chgData name="Jillepalli, Ananth" userId="c67baff2-5b80-4b31-8765-653e91404522" providerId="ADAL" clId="{57776F82-62D0-4C7B-849E-24517F3C801E}" dt="2026-03-26T16:11:25.857" v="4605" actId="20577"/>
          <ac:spMkLst>
            <pc:docMk/>
            <pc:sldMk cId="232052592" sldId="442"/>
            <ac:spMk id="11267" creationId="{2C34AE2A-C3EA-6F03-610C-8E1427A94180}"/>
          </ac:spMkLst>
        </pc:spChg>
      </pc:sldChg>
      <pc:sldChg chg="modSp mod">
        <pc:chgData name="Jillepalli, Ananth" userId="c67baff2-5b80-4b31-8765-653e91404522" providerId="ADAL" clId="{57776F82-62D0-4C7B-849E-24517F3C801E}" dt="2026-03-26T16:11:40.181" v="4623" actId="20577"/>
        <pc:sldMkLst>
          <pc:docMk/>
          <pc:sldMk cId="697401553" sldId="443"/>
        </pc:sldMkLst>
        <pc:spChg chg="mod">
          <ac:chgData name="Jillepalli, Ananth" userId="c67baff2-5b80-4b31-8765-653e91404522" providerId="ADAL" clId="{57776F82-62D0-4C7B-849E-24517F3C801E}" dt="2026-03-26T16:11:40.181" v="4623" actId="20577"/>
          <ac:spMkLst>
            <pc:docMk/>
            <pc:sldMk cId="697401553" sldId="443"/>
            <ac:spMk id="11267" creationId="{771F7D42-79F9-D416-441E-C874BB3FCCE5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12T17:15:53.067" v="214" actId="1076"/>
        <pc:sldMkLst>
          <pc:docMk/>
          <pc:sldMk cId="4161450603" sldId="446"/>
        </pc:sldMkLst>
        <pc:spChg chg="mod">
          <ac:chgData name="Jillepalli, Ananth" userId="c67baff2-5b80-4b31-8765-653e91404522" providerId="ADAL" clId="{57776F82-62D0-4C7B-849E-24517F3C801E}" dt="2026-03-12T17:04:41.565" v="6" actId="20577"/>
          <ac:spMkLst>
            <pc:docMk/>
            <pc:sldMk cId="4161450603" sldId="446"/>
            <ac:spMk id="11266" creationId="{DEED859B-0097-E4AE-B14C-92CD25E2A526}"/>
          </ac:spMkLst>
        </pc:spChg>
        <pc:picChg chg="add mod">
          <ac:chgData name="Jillepalli, Ananth" userId="c67baff2-5b80-4b31-8765-653e91404522" providerId="ADAL" clId="{57776F82-62D0-4C7B-849E-24517F3C801E}" dt="2026-03-12T17:15:53.067" v="214" actId="1076"/>
          <ac:picMkLst>
            <pc:docMk/>
            <pc:sldMk cId="4161450603" sldId="446"/>
            <ac:picMk id="3" creationId="{A1DF4F43-2E08-F101-3E61-24543BF580E9}"/>
          </ac:picMkLst>
        </pc:picChg>
      </pc:sldChg>
      <pc:sldChg chg="addSp modSp add mod">
        <pc:chgData name="Jillepalli, Ananth" userId="c67baff2-5b80-4b31-8765-653e91404522" providerId="ADAL" clId="{57776F82-62D0-4C7B-849E-24517F3C801E}" dt="2026-03-12T17:11:16.384" v="212" actId="20577"/>
        <pc:sldMkLst>
          <pc:docMk/>
          <pc:sldMk cId="856482066" sldId="447"/>
        </pc:sldMkLst>
        <pc:spChg chg="mod">
          <ac:chgData name="Jillepalli, Ananth" userId="c67baff2-5b80-4b31-8765-653e91404522" providerId="ADAL" clId="{57776F82-62D0-4C7B-849E-24517F3C801E}" dt="2026-03-12T17:05:49.172" v="12" actId="20577"/>
          <ac:spMkLst>
            <pc:docMk/>
            <pc:sldMk cId="856482066" sldId="447"/>
            <ac:spMk id="11266" creationId="{1BC279F4-5038-54CD-03C6-3F4163F9630A}"/>
          </ac:spMkLst>
        </pc:spChg>
        <pc:spChg chg="mod">
          <ac:chgData name="Jillepalli, Ananth" userId="c67baff2-5b80-4b31-8765-653e91404522" providerId="ADAL" clId="{57776F82-62D0-4C7B-849E-24517F3C801E}" dt="2026-03-12T17:11:16.384" v="212" actId="20577"/>
          <ac:spMkLst>
            <pc:docMk/>
            <pc:sldMk cId="856482066" sldId="447"/>
            <ac:spMk id="11267" creationId="{E2B53760-AEC2-CDAF-E476-808E5BC2BC7C}"/>
          </ac:spMkLst>
        </pc:spChg>
      </pc:sldChg>
      <pc:sldChg chg="addSp delSp add mod">
        <pc:chgData name="Jillepalli, Ananth" userId="c67baff2-5b80-4b31-8765-653e91404522" providerId="ADAL" clId="{57776F82-62D0-4C7B-849E-24517F3C801E}" dt="2026-03-12T17:23:08.209" v="217" actId="22"/>
        <pc:sldMkLst>
          <pc:docMk/>
          <pc:sldMk cId="626183771" sldId="448"/>
        </pc:sldMkLst>
        <pc:picChg chg="add">
          <ac:chgData name="Jillepalli, Ananth" userId="c67baff2-5b80-4b31-8765-653e91404522" providerId="ADAL" clId="{57776F82-62D0-4C7B-849E-24517F3C801E}" dt="2026-03-12T17:23:08.209" v="217" actId="22"/>
          <ac:picMkLst>
            <pc:docMk/>
            <pc:sldMk cId="626183771" sldId="448"/>
            <ac:picMk id="4" creationId="{7CF13B5E-A23C-A1DB-4D00-FDCA041F7C24}"/>
          </ac:picMkLst>
        </pc:picChg>
      </pc:sldChg>
      <pc:sldChg chg="addSp delSp add mod">
        <pc:chgData name="Jillepalli, Ananth" userId="c67baff2-5b80-4b31-8765-653e91404522" providerId="ADAL" clId="{57776F82-62D0-4C7B-849E-24517F3C801E}" dt="2026-03-12T17:27:19.827" v="220" actId="22"/>
        <pc:sldMkLst>
          <pc:docMk/>
          <pc:sldMk cId="2675124379" sldId="449"/>
        </pc:sldMkLst>
        <pc:picChg chg="add">
          <ac:chgData name="Jillepalli, Ananth" userId="c67baff2-5b80-4b31-8765-653e91404522" providerId="ADAL" clId="{57776F82-62D0-4C7B-849E-24517F3C801E}" dt="2026-03-12T17:27:19.827" v="220" actId="22"/>
          <ac:picMkLst>
            <pc:docMk/>
            <pc:sldMk cId="2675124379" sldId="449"/>
            <ac:picMk id="3" creationId="{DDAC61F4-91C5-49C8-37FB-6B429BD10D02}"/>
          </ac:picMkLst>
        </pc:picChg>
      </pc:sldChg>
      <pc:sldChg chg="modSp add mod ord">
        <pc:chgData name="Jillepalli, Ananth" userId="c67baff2-5b80-4b31-8765-653e91404522" providerId="ADAL" clId="{57776F82-62D0-4C7B-849E-24517F3C801E}" dt="2026-03-24T15:45:05.873" v="1885" actId="5793"/>
        <pc:sldMkLst>
          <pc:docMk/>
          <pc:sldMk cId="2957932255" sldId="450"/>
        </pc:sldMkLst>
        <pc:spChg chg="mod">
          <ac:chgData name="Jillepalli, Ananth" userId="c67baff2-5b80-4b31-8765-653e91404522" providerId="ADAL" clId="{57776F82-62D0-4C7B-849E-24517F3C801E}" dt="2026-03-24T15:26:31.570" v="459" actId="20577"/>
          <ac:spMkLst>
            <pc:docMk/>
            <pc:sldMk cId="2957932255" sldId="450"/>
            <ac:spMk id="11266" creationId="{88470397-5480-3600-6BBF-9F988AAA6C19}"/>
          </ac:spMkLst>
        </pc:spChg>
        <pc:spChg chg="mod">
          <ac:chgData name="Jillepalli, Ananth" userId="c67baff2-5b80-4b31-8765-653e91404522" providerId="ADAL" clId="{57776F82-62D0-4C7B-849E-24517F3C801E}" dt="2026-03-24T15:45:05.873" v="1885" actId="5793"/>
          <ac:spMkLst>
            <pc:docMk/>
            <pc:sldMk cId="2957932255" sldId="450"/>
            <ac:spMk id="11267" creationId="{0C98621A-2E4F-06F9-CFC2-0D18ABDD1CED}"/>
          </ac:spMkLst>
        </pc:spChg>
      </pc:sldChg>
      <pc:sldChg chg="modSp add mod">
        <pc:chgData name="Jillepalli, Ananth" userId="c67baff2-5b80-4b31-8765-653e91404522" providerId="ADAL" clId="{57776F82-62D0-4C7B-849E-24517F3C801E}" dt="2026-03-24T15:56:23.741" v="2443" actId="20577"/>
        <pc:sldMkLst>
          <pc:docMk/>
          <pc:sldMk cId="1829058297" sldId="451"/>
        </pc:sldMkLst>
        <pc:spChg chg="mod">
          <ac:chgData name="Jillepalli, Ananth" userId="c67baff2-5b80-4b31-8765-653e91404522" providerId="ADAL" clId="{57776F82-62D0-4C7B-849E-24517F3C801E}" dt="2026-03-24T15:38:47.772" v="1417" actId="20577"/>
          <ac:spMkLst>
            <pc:docMk/>
            <pc:sldMk cId="1829058297" sldId="451"/>
            <ac:spMk id="11266" creationId="{2179408D-BFD1-C620-833B-09FB5B89D087}"/>
          </ac:spMkLst>
        </pc:spChg>
        <pc:spChg chg="mod">
          <ac:chgData name="Jillepalli, Ananth" userId="c67baff2-5b80-4b31-8765-653e91404522" providerId="ADAL" clId="{57776F82-62D0-4C7B-849E-24517F3C801E}" dt="2026-03-24T15:56:23.741" v="2443" actId="20577"/>
          <ac:spMkLst>
            <pc:docMk/>
            <pc:sldMk cId="1829058297" sldId="451"/>
            <ac:spMk id="11267" creationId="{EE85E71B-A1C1-75AD-A9DE-63D15FBEB8EE}"/>
          </ac:spMkLst>
        </pc:spChg>
      </pc:sldChg>
      <pc:sldChg chg="modSp add mod">
        <pc:chgData name="Jillepalli, Ananth" userId="c67baff2-5b80-4b31-8765-653e91404522" providerId="ADAL" clId="{57776F82-62D0-4C7B-849E-24517F3C801E}" dt="2026-03-24T16:12:18.524" v="3540" actId="20577"/>
        <pc:sldMkLst>
          <pc:docMk/>
          <pc:sldMk cId="3301385572" sldId="452"/>
        </pc:sldMkLst>
        <pc:spChg chg="mod">
          <ac:chgData name="Jillepalli, Ananth" userId="c67baff2-5b80-4b31-8765-653e91404522" providerId="ADAL" clId="{57776F82-62D0-4C7B-849E-24517F3C801E}" dt="2026-03-24T15:42:15.695" v="1619" actId="20577"/>
          <ac:spMkLst>
            <pc:docMk/>
            <pc:sldMk cId="3301385572" sldId="452"/>
            <ac:spMk id="11266" creationId="{871ABB4E-50B3-3D4D-7209-103B8A860ED1}"/>
          </ac:spMkLst>
        </pc:spChg>
        <pc:spChg chg="mod">
          <ac:chgData name="Jillepalli, Ananth" userId="c67baff2-5b80-4b31-8765-653e91404522" providerId="ADAL" clId="{57776F82-62D0-4C7B-849E-24517F3C801E}" dt="2026-03-24T16:12:18.524" v="3540" actId="20577"/>
          <ac:spMkLst>
            <pc:docMk/>
            <pc:sldMk cId="3301385572" sldId="452"/>
            <ac:spMk id="11267" creationId="{899E8986-3102-2798-3525-DFEFB75A00F2}"/>
          </ac:spMkLst>
        </pc:spChg>
      </pc:sldChg>
      <pc:sldChg chg="addSp modSp add mod">
        <pc:chgData name="Jillepalli, Ananth" userId="c67baff2-5b80-4b31-8765-653e91404522" providerId="ADAL" clId="{57776F82-62D0-4C7B-849E-24517F3C801E}" dt="2026-03-24T16:10:07.912" v="3335" actId="20577"/>
        <pc:sldMkLst>
          <pc:docMk/>
          <pc:sldMk cId="5520045" sldId="453"/>
        </pc:sldMkLst>
        <pc:spChg chg="mod">
          <ac:chgData name="Jillepalli, Ananth" userId="c67baff2-5b80-4b31-8765-653e91404522" providerId="ADAL" clId="{57776F82-62D0-4C7B-849E-24517F3C801E}" dt="2026-03-24T15:58:38.805" v="2461" actId="20577"/>
          <ac:spMkLst>
            <pc:docMk/>
            <pc:sldMk cId="5520045" sldId="453"/>
            <ac:spMk id="11266" creationId="{AA179AAD-6C79-E71E-AC12-048EC080E60A}"/>
          </ac:spMkLst>
        </pc:spChg>
        <pc:spChg chg="mod">
          <ac:chgData name="Jillepalli, Ananth" userId="c67baff2-5b80-4b31-8765-653e91404522" providerId="ADAL" clId="{57776F82-62D0-4C7B-849E-24517F3C801E}" dt="2026-03-24T16:10:07.912" v="3335" actId="20577"/>
          <ac:spMkLst>
            <pc:docMk/>
            <pc:sldMk cId="5520045" sldId="453"/>
            <ac:spMk id="11267" creationId="{CD36F7F2-CB91-5043-6C1C-6715FE1FAF95}"/>
          </ac:spMkLst>
        </pc:spChg>
        <pc:picChg chg="add mod">
          <ac:chgData name="Jillepalli, Ananth" userId="c67baff2-5b80-4b31-8765-653e91404522" providerId="ADAL" clId="{57776F82-62D0-4C7B-849E-24517F3C801E}" dt="2026-03-24T16:07:21.638" v="3074" actId="1076"/>
          <ac:picMkLst>
            <pc:docMk/>
            <pc:sldMk cId="5520045" sldId="453"/>
            <ac:picMk id="1026" creationId="{2CC5E98B-054F-27CF-6258-B6F3C15A71EC}"/>
          </ac:picMkLst>
        </pc:picChg>
      </pc:sldChg>
      <pc:sldChg chg="modSp add mod ord">
        <pc:chgData name="Jillepalli, Ananth" userId="c67baff2-5b80-4b31-8765-653e91404522" providerId="ADAL" clId="{57776F82-62D0-4C7B-849E-24517F3C801E}" dt="2026-03-24T16:18:37.474" v="4200" actId="20577"/>
        <pc:sldMkLst>
          <pc:docMk/>
          <pc:sldMk cId="1583375409" sldId="454"/>
        </pc:sldMkLst>
        <pc:spChg chg="mod">
          <ac:chgData name="Jillepalli, Ananth" userId="c67baff2-5b80-4b31-8765-653e91404522" providerId="ADAL" clId="{57776F82-62D0-4C7B-849E-24517F3C801E}" dt="2026-03-24T16:16:43.990" v="3970" actId="20577"/>
          <ac:spMkLst>
            <pc:docMk/>
            <pc:sldMk cId="1583375409" sldId="454"/>
            <ac:spMk id="11266" creationId="{D4CBEC25-E26A-0AE3-7545-AD9A7BC76B56}"/>
          </ac:spMkLst>
        </pc:spChg>
        <pc:spChg chg="mod">
          <ac:chgData name="Jillepalli, Ananth" userId="c67baff2-5b80-4b31-8765-653e91404522" providerId="ADAL" clId="{57776F82-62D0-4C7B-849E-24517F3C801E}" dt="2026-03-24T16:18:37.474" v="4200" actId="20577"/>
          <ac:spMkLst>
            <pc:docMk/>
            <pc:sldMk cId="1583375409" sldId="454"/>
            <ac:spMk id="11267" creationId="{B3BC9DEB-3365-B188-F929-AE3005AA3AC8}"/>
          </ac:spMkLst>
        </pc:spChg>
      </pc:sldChg>
      <pc:sldChg chg="modSp add mod">
        <pc:chgData name="Jillepalli, Ananth" userId="c67baff2-5b80-4b31-8765-653e91404522" providerId="ADAL" clId="{57776F82-62D0-4C7B-849E-24517F3C801E}" dt="2026-03-24T17:04:33.960" v="4539" actId="20577"/>
        <pc:sldMkLst>
          <pc:docMk/>
          <pc:sldMk cId="3802199044" sldId="455"/>
        </pc:sldMkLst>
        <pc:spChg chg="mod">
          <ac:chgData name="Jillepalli, Ananth" userId="c67baff2-5b80-4b31-8765-653e91404522" providerId="ADAL" clId="{57776F82-62D0-4C7B-849E-24517F3C801E}" dt="2026-03-24T17:04:33.960" v="4539" actId="20577"/>
          <ac:spMkLst>
            <pc:docMk/>
            <pc:sldMk cId="3802199044" sldId="455"/>
            <ac:spMk id="11267" creationId="{4943BB40-C93D-8F39-F6E0-0F25DC7BE271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24T17:07:29.674" v="4541" actId="1076"/>
        <pc:sldMkLst>
          <pc:docMk/>
          <pc:sldMk cId="1424378429" sldId="456"/>
        </pc:sldMkLst>
        <pc:picChg chg="add mod">
          <ac:chgData name="Jillepalli, Ananth" userId="c67baff2-5b80-4b31-8765-653e91404522" providerId="ADAL" clId="{57776F82-62D0-4C7B-849E-24517F3C801E}" dt="2026-03-24T16:39:35.390" v="4405" actId="1076"/>
          <ac:picMkLst>
            <pc:docMk/>
            <pc:sldMk cId="1424378429" sldId="456"/>
            <ac:picMk id="4" creationId="{935285E4-6545-5B0A-214C-300206830466}"/>
          </ac:picMkLst>
        </pc:picChg>
        <pc:picChg chg="add mod">
          <ac:chgData name="Jillepalli, Ananth" userId="c67baff2-5b80-4b31-8765-653e91404522" providerId="ADAL" clId="{57776F82-62D0-4C7B-849E-24517F3C801E}" dt="2026-03-24T16:55:16.887" v="4410" actId="1076"/>
          <ac:picMkLst>
            <pc:docMk/>
            <pc:sldMk cId="1424378429" sldId="456"/>
            <ac:picMk id="9" creationId="{D3DEA4C7-8D9E-407E-2D54-B55C2876C5E2}"/>
          </ac:picMkLst>
        </pc:picChg>
        <pc:picChg chg="add mod">
          <ac:chgData name="Jillepalli, Ananth" userId="c67baff2-5b80-4b31-8765-653e91404522" providerId="ADAL" clId="{57776F82-62D0-4C7B-849E-24517F3C801E}" dt="2026-03-24T17:02:00.989" v="4417" actId="1076"/>
          <ac:picMkLst>
            <pc:docMk/>
            <pc:sldMk cId="1424378429" sldId="456"/>
            <ac:picMk id="11" creationId="{64928BC8-994F-A6B7-315F-530E76B42A00}"/>
          </ac:picMkLst>
        </pc:picChg>
        <pc:picChg chg="add mod">
          <ac:chgData name="Jillepalli, Ananth" userId="c67baff2-5b80-4b31-8765-653e91404522" providerId="ADAL" clId="{57776F82-62D0-4C7B-849E-24517F3C801E}" dt="2026-03-24T17:07:29.674" v="4541" actId="1076"/>
          <ac:picMkLst>
            <pc:docMk/>
            <pc:sldMk cId="1424378429" sldId="456"/>
            <ac:picMk id="13" creationId="{605619E2-9AF9-C830-E59B-F9B7EFFD4299}"/>
          </ac:picMkLst>
        </pc:picChg>
      </pc:sldChg>
      <pc:sldChg chg="delSp modSp add mod">
        <pc:chgData name="Jillepalli, Ananth" userId="c67baff2-5b80-4b31-8765-653e91404522" providerId="ADAL" clId="{57776F82-62D0-4C7B-849E-24517F3C801E}" dt="2026-03-24T16:55:45.823" v="4414" actId="1076"/>
        <pc:sldMkLst>
          <pc:docMk/>
          <pc:sldMk cId="1046995760" sldId="457"/>
        </pc:sldMkLst>
        <pc:picChg chg="mod">
          <ac:chgData name="Jillepalli, Ananth" userId="c67baff2-5b80-4b31-8765-653e91404522" providerId="ADAL" clId="{57776F82-62D0-4C7B-849E-24517F3C801E}" dt="2026-03-24T16:55:45.823" v="4414" actId="1076"/>
          <ac:picMkLst>
            <pc:docMk/>
            <pc:sldMk cId="1046995760" sldId="457"/>
            <ac:picMk id="7" creationId="{CC56B0B0-4BB3-8C18-52EF-482E41F631C3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3-24T17:18:23.294" v="4556" actId="1076"/>
        <pc:sldMkLst>
          <pc:docMk/>
          <pc:sldMk cId="1136746209" sldId="458"/>
        </pc:sldMkLst>
        <pc:picChg chg="add mod">
          <ac:chgData name="Jillepalli, Ananth" userId="c67baff2-5b80-4b31-8765-653e91404522" providerId="ADAL" clId="{57776F82-62D0-4C7B-849E-24517F3C801E}" dt="2026-03-24T17:10:20.446" v="4545" actId="1076"/>
          <ac:picMkLst>
            <pc:docMk/>
            <pc:sldMk cId="1136746209" sldId="458"/>
            <ac:picMk id="3" creationId="{328366BB-A20A-7A05-4FFE-209AC463E31B}"/>
          </ac:picMkLst>
        </pc:picChg>
        <pc:picChg chg="add mod">
          <ac:chgData name="Jillepalli, Ananth" userId="c67baff2-5b80-4b31-8765-653e91404522" providerId="ADAL" clId="{57776F82-62D0-4C7B-849E-24517F3C801E}" dt="2026-03-24T17:10:54.574" v="4548" actId="1076"/>
          <ac:picMkLst>
            <pc:docMk/>
            <pc:sldMk cId="1136746209" sldId="458"/>
            <ac:picMk id="6" creationId="{A91F23F3-8F6D-ABC3-B6E8-B4E6903D3E93}"/>
          </ac:picMkLst>
        </pc:picChg>
        <pc:picChg chg="add mod">
          <ac:chgData name="Jillepalli, Ananth" userId="c67baff2-5b80-4b31-8765-653e91404522" providerId="ADAL" clId="{57776F82-62D0-4C7B-849E-24517F3C801E}" dt="2026-03-24T17:11:37.414" v="4550" actId="1076"/>
          <ac:picMkLst>
            <pc:docMk/>
            <pc:sldMk cId="1136746209" sldId="458"/>
            <ac:picMk id="8" creationId="{543FF4F8-2C78-3E21-7191-0163DA0D3BC7}"/>
          </ac:picMkLst>
        </pc:picChg>
        <pc:picChg chg="add mod">
          <ac:chgData name="Jillepalli, Ananth" userId="c67baff2-5b80-4b31-8765-653e91404522" providerId="ADAL" clId="{57776F82-62D0-4C7B-849E-24517F3C801E}" dt="2026-03-24T17:17:27.044" v="4552" actId="1076"/>
          <ac:picMkLst>
            <pc:docMk/>
            <pc:sldMk cId="1136746209" sldId="458"/>
            <ac:picMk id="12" creationId="{A6973E1C-89AB-6068-2296-68C5FF9C8138}"/>
          </ac:picMkLst>
        </pc:picChg>
        <pc:picChg chg="add mod">
          <ac:chgData name="Jillepalli, Ananth" userId="c67baff2-5b80-4b31-8765-653e91404522" providerId="ADAL" clId="{57776F82-62D0-4C7B-849E-24517F3C801E}" dt="2026-03-24T17:17:40.126" v="4554" actId="1076"/>
          <ac:picMkLst>
            <pc:docMk/>
            <pc:sldMk cId="1136746209" sldId="458"/>
            <ac:picMk id="14" creationId="{7671C963-F6B9-94B5-CFB6-E1BE51B978C3}"/>
          </ac:picMkLst>
        </pc:picChg>
        <pc:picChg chg="add mod">
          <ac:chgData name="Jillepalli, Ananth" userId="c67baff2-5b80-4b31-8765-653e91404522" providerId="ADAL" clId="{57776F82-62D0-4C7B-849E-24517F3C801E}" dt="2026-03-24T17:18:23.294" v="4556" actId="1076"/>
          <ac:picMkLst>
            <pc:docMk/>
            <pc:sldMk cId="1136746209" sldId="458"/>
            <ac:picMk id="16" creationId="{F33717A6-F9D9-5892-B843-1D04DC1625A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5EB8C-4BA0-3093-4913-A42FECD98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0929927-EA3C-493A-3C60-76BACC886D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884E47-7DB6-4343-9F82-317D0C7F0650}" type="datetime1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847A8861-4518-35C5-65CC-BBC58DD323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E92078-F180-87FB-79E5-E603A8763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E5A1CFF-2508-4AFD-ACA7-63F77EF6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DB627-B372-E698-9025-4A13FB04286F}"/>
              </a:ext>
            </a:extLst>
          </p:cNvPr>
          <p:cNvSpPr txBox="1"/>
          <p:nvPr/>
        </p:nvSpPr>
        <p:spPr>
          <a:xfrm>
            <a:off x="0" y="7938"/>
            <a:ext cx="3757613" cy="277812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eaLnBrk="1" hangingPunct="1">
              <a:defRPr/>
            </a:pPr>
            <a:r>
              <a:rPr lang="en-US" sz="1200" spc="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3E916F-4BFC-2B9F-F000-85102358C4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92DD2C-59D2-218E-FC89-7A8D4648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36069E0-7E16-4FAA-AC8B-617813B7604C}" type="datetime1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F1F62B4-57E7-83FB-D162-13FB338BC8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4575" y="527050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987317F-F75D-2AD8-4CB4-4F0BCF6EC2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8935F0E-6C88-2053-5D01-76C3991EBF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F0CECB4-E4B6-E67D-7F59-8078D20B3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8DFC577-C5B5-4B14-8AED-941893232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9854339C-D865-7D46-2130-03ADA5C44C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9C4EF-4B26-4AB9-A608-E422A9730845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2D21740E-FC18-2F78-7768-590698C96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2D57F57B-42BD-FCAF-5B88-56B5B293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AD32-3B45-43C8-91A0-72218080FAE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983B864-8301-4AF2-8325-35AFC8FB7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83F6E691-582D-74BA-7D95-D64442751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B17F82B-C789-639B-E70D-A489D3AC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0294A56-256E-E6B6-6209-F588E8A7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Date Placeholder 3">
            <a:extLst>
              <a:ext uri="{FF2B5EF4-FFF2-40B4-BE49-F238E27FC236}">
                <a16:creationId xmlns:a16="http://schemas.microsoft.com/office/drawing/2014/main" id="{9F45FF9F-8C9C-7C62-DD08-602983EC5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B97B4-7EC0-45CC-B7B4-E13C063B4C69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155DE90A-7639-C612-1CDE-3F5EE1387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B38EA5BD-F5D3-06CD-96D7-06E57B9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44302-2AC4-4667-86A7-AEBE80DC6A7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D520-3FBC-4073-0A65-3AC53912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2322B7A-04F8-DC73-D1A2-B08FA423A0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35648C4-4F7A-D3DD-E8CA-3948C486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C2AD49A-7128-6B49-C248-E28E3E7C32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709D933-698C-90EC-B9E9-D5D5009415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94AB843-D769-EDAF-4085-24C49B162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458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73BE35A-C519-DCF6-3DB3-1DB8C385F9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D334DDE3-8090-9D01-30BE-36FF98A4C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49B3791-93F2-6586-330C-BDA670B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EA138AA-6590-354F-73F9-600EEC0984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0D6B520-ADA2-7769-E5AD-B7090509F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E091-16A6-39B7-FD01-8E3C8BEF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5B8DB55-3976-EB5A-6B71-98B199729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A68D726-B71C-01D3-672B-CCAC007B9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E07E3DC7-56EE-36DC-C49B-7AB344765C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2922F3A-CAF2-AFA0-11D9-995AE8DDD8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D9AA7F51-D5DA-D3AA-3579-51F328200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954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82C8-52B7-4FBF-4623-63304864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61EBFB6-49C7-A393-DE4F-589737D3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5C4D43E-46C2-32E5-347D-603CA5420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508D99C-628E-EB66-A79C-58D515E76B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497E10F-5C97-5C67-6781-E4EBAE106E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7FA3F4B-E805-38A1-7CDA-8EE04716C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537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ECF4-9462-F220-1847-A798C70B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F37870A-7F8D-66D2-50D9-E4DB2D876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224CBF8-A090-63E4-97E6-BDFF1ECB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2BF9DCB5-927E-1359-1EEB-FD672157C6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21C8746-B8C2-897C-4BB7-E82001810B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80D1298-0706-A622-56FB-0A4E5D2C0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259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6197-84B4-EC90-690E-E11F5B59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A8DAB92-B511-9D46-8B4C-CAFF6FF8B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541C7F4-4008-73BD-B8D9-FE0255D20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A9437C85-EB1C-B5A0-4CF7-587CCB1BFB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AF6686BC-039C-4437-2211-D36B52B28F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4A28A60-73E5-5575-EB9F-B8A2E4339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557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D8923-36FC-4AEC-0042-29F71319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8FB0CF3-720A-25E5-A41A-BEAF3FB6A4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A0E6116F-83B6-514F-8293-D9D50BCDB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B38963C-1048-7FE8-8C80-0BE646FB93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0183099A-93DF-DD12-E8D7-BFD118D11E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0FB5FE1-075B-5DFA-6EE2-9D5864C2F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874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331A-AC85-5B3C-C248-4CB5774A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BF92DE5-ADF3-8199-F3BD-FD340258CB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1F28BAC-B10A-CB12-CD6E-DE7ACA59C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A5695C37-576F-6316-B2F1-1A8EFB5010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3A0EE294-5F13-AB73-6017-1DDCB2EFE3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BD2E4A06-085E-FF5F-B8B4-608874F71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261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0DB3C-43DF-22D2-174C-D3ED2A63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B289C63-9FE3-5D28-873B-DC22C9A91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A58D9D6-A7F4-44CA-8A19-543A4C00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B1A6C44-32FC-0FF2-6006-C2BAD81B3B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4E1ABEC-E276-79D7-BEC6-389283EE99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A2A10A3-29E3-5159-070B-515E54DFC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770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00-B400-D332-7CF9-8045B42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D0546D3-6926-FBCA-9764-8BDADAF2B7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61B3B9D-BE98-8376-15AE-94C1CCE1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54B4D9C-3E39-F144-501C-07B178A7FF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B867BD-96A7-FFD7-8B68-06EFAAC53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898BADCF-F27E-E32B-55B4-BAACF0BA2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819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509A-6BC2-FD47-495B-21C71455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14F208A-9A88-BB33-88EB-EE6F9543E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9CCF768-CE7A-04AA-67CD-D50B2928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583F21F-2A5B-797A-80FC-114F50F15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760CD80-9010-3D06-A8EE-879C2107E8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1E5ADBC-D8D1-1A77-48A9-F441E60D6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429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8145-7D75-4395-5E37-460144F5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BDA9326-7D23-420E-FD9C-E5B122117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A86DC42-9B6A-5C80-B365-FDF4081BB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2324B3B-E019-2B04-959B-E5839B2849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CA2E4185-8B67-18F9-12A9-E94A6FBC21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8F6D43FB-2200-9641-A0CB-391A792CF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5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48E5-C013-3C03-07CC-1A18801C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E7267AD-3873-20D6-9AB2-4730A2A19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C7B63F9-E4FE-0367-CDA7-73497D619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68DB0D11-4B69-3FFF-3985-33AFCA5FB0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0610986-B333-A45B-2605-A95087A8E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6F254982-F7A6-B516-8DD5-0DA3F83A5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3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C8C8-4DCC-500C-E91E-0DDA0076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DE913F1-95A8-2D38-7D6B-D4D92D7337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A395114-98C8-7B36-794B-E0E7BA5AB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600D04D1-3DAA-4205-3B2F-D209EAE963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1F8DF24D-E786-E099-89FE-C81F8EA40D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89599F7-EE38-A4F8-5678-284495AB0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959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1A87-1CE5-38CE-BA97-97ED3EC0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46F60F9-FFA7-2561-B5B4-029444D81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33D0596-A6C6-3187-2E28-5541712F2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025EF589-EE90-430A-C006-9BD98677C1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3A132598-E5AC-E5D2-51FE-3D364111FD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918E3729-25F6-5003-9419-204D5DD50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151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4336-47FC-55BE-BBDB-F64121EB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0BBDA23-3E36-86C5-5FDD-63F2DB675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791216D-9718-D188-7E1C-6E29139F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2798F7C-93DE-00C5-FA26-509CB493B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94B63A8-2055-3215-F7A4-0DA56DD6E1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DB22D116-5F34-C6CB-5FF4-8FF6E7C6A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738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AFD4-1B28-357B-FAFB-9C0968CB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788F04D-DDA1-3916-94B3-491532102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271C91B-6188-06CA-ADD5-04B75BF1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273FD735-203C-2FC9-D90F-9EEEE7906A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18A40BCF-98DF-C968-3EE2-50B6E7D919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3212AD87-3558-AA86-C3E0-06225EF92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459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C6E0-4B4F-7D6C-813F-4B13B8F1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0D7F2D8-8197-B107-D5BA-EB026BE00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272D509-BD50-46E7-BC62-A3EE6C626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DB8AE433-0531-C129-CDDC-3A2C8F3295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A3EDB477-40AB-446B-4395-08BE187DA6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93D482D6-5096-7FFF-083A-B1EEEA181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805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923A-83F7-4D89-2A04-62038A2F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DE0E2DA-0DBF-F6CF-F9C2-27680F885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5A39845-746F-90D8-CDCB-A83F99446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EA175329-773E-B201-7A26-C733CE47AD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7979F5B-3A9A-2AF9-3C3F-7156306F9E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1E3DC17-98BC-7AB5-72E9-A919B2A9F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666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861D-D827-329F-F1EA-F9BA3B27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5CC7619-45AB-E7DB-19D8-8CF611B81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DCFADC5-1C9D-1072-2F4A-F3486FC80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BC57A22D-B9F5-994D-765B-5011D106FF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5C4A6DD-1753-293F-FCFC-A1F4772959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301587E6-7A18-0C5E-17A2-D5ED0B911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087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1F6-7CDA-70F6-4956-1F91DC07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8BA9021-C83F-3F4D-94D5-A3D60A4ED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A16AC84-9E6D-3AC8-9136-2241B83B7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8F8DBC4-A4AE-0E62-7220-73025FA52A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3/26/2026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9D676C4-D1FA-D571-83A4-0C070110AF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9D30D6C3-1C12-894B-82AB-5BBF455ED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80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E71815F-FC16-9D4D-7389-42F293464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752EDE-327A-26E8-A3B8-9ADE26C8A8E9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716337" y="1688141"/>
            <a:ext cx="7711326" cy="424732"/>
          </a:xfrm>
        </p:spPr>
        <p:txBody>
          <a:bodyPr anchorCtr="0"/>
          <a:lstStyle>
            <a:lvl1pPr algn="ctr"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716337" y="2268933"/>
            <a:ext cx="7711327" cy="430887"/>
          </a:xfrm>
        </p:spPr>
        <p:txBody>
          <a:bodyPr rIns="0" anchorCtr="0"/>
          <a:lstStyle>
            <a:lvl1pPr marL="0" indent="0" algn="ctr">
              <a:buFont typeface="Arial" pitchFamily="34" charset="0"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0ABC456-C636-BD72-E5C4-EDCF89B2E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84188" y="4786313"/>
            <a:ext cx="1550987" cy="357187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D575A82-42E1-2C9E-1B7E-7B18200DE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066925" y="4786313"/>
            <a:ext cx="6100763" cy="357187"/>
          </a:xfrm>
        </p:spPr>
        <p:txBody>
          <a:bodyPr anchorCtr="1"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26A5F79-FC81-FE42-28E5-39C755588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9275" y="4786313"/>
            <a:ext cx="9747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DAA91-6502-4D77-A099-6F0DC12D2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476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9" y="1185926"/>
            <a:ext cx="8427263" cy="424732"/>
          </a:xfrm>
        </p:spPr>
        <p:txBody>
          <a:bodyPr/>
          <a:lstStyle>
            <a:lvl1pPr>
              <a:defRPr sz="2400">
                <a:latin typeface="Lucida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15362"/>
            <a:ext cx="7772400" cy="1659429"/>
          </a:xfrm>
        </p:spPr>
        <p:txBody>
          <a:bodyPr lIns="457200" rIns="457200"/>
          <a:lstStyle>
            <a:lvl1pPr marL="344488" indent="-179388">
              <a:spcBef>
                <a:spcPts val="1200"/>
              </a:spcBef>
              <a:buSzPct val="100000"/>
              <a:buFont typeface="Arial" pitchFamily="34" charset="0"/>
              <a:buChar char="•"/>
              <a:defRPr sz="2000" b="0"/>
            </a:lvl1pPr>
            <a:lvl2pPr marL="509588" indent="-165100">
              <a:spcBef>
                <a:spcPts val="400"/>
              </a:spcBef>
              <a:buSzPct val="75000"/>
              <a:buFont typeface="Lucida Sans" panose="020B0602030504020204" pitchFamily="34" charset="0"/>
              <a:buChar char="–"/>
              <a:defRPr sz="2000"/>
            </a:lvl2pPr>
            <a:lvl3pPr marL="795337" indent="-219456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sz="1600"/>
            </a:lvl3pPr>
            <a:lvl4pPr marL="914400" indent="-165100">
              <a:spcBef>
                <a:spcPts val="400"/>
              </a:spcBef>
              <a:buSzPct val="100000"/>
              <a:buFont typeface="Lucida Sans" panose="020B0602030504020204" pitchFamily="34" charset="0"/>
              <a:buChar char="–"/>
              <a:defRPr sz="1600"/>
            </a:lvl4pPr>
            <a:lvl5pPr marL="1079500" indent="-165100">
              <a:spcBef>
                <a:spcPts val="400"/>
              </a:spcBef>
              <a:buSzPct val="100000"/>
              <a:buFont typeface="Arial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2E0F8-37A4-67A0-11C9-51188300985E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2F2384-78EA-3D4F-A6CB-714B1B3B9809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BD260-62A7-9394-5019-36F553AC6003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CE9E-6ED9-41A1-85E0-D3AE8AB77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5219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5889" y="763120"/>
            <a:ext cx="8652222" cy="461665"/>
          </a:xfrm>
        </p:spPr>
        <p:txBody>
          <a:bodyPr/>
          <a:lstStyle>
            <a:lvl1pPr algn="ctr">
              <a:lnSpc>
                <a:spcPct val="100000"/>
              </a:lnSpc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5889" y="1252166"/>
            <a:ext cx="8652222" cy="430887"/>
          </a:xfrm>
        </p:spPr>
        <p:txBody>
          <a:bodyPr rIns="0"/>
          <a:lstStyle>
            <a:lvl1pPr marL="0" indent="0" algn="ctr">
              <a:buFontTx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25DC196-BF60-ED9F-FFF6-BD02AB7B31A8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BDE10D-658F-56AD-C1A8-1411AFAB7A35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7AE73-A095-C192-CAE7-FA4EA13A1F10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9ED82-0963-4BA9-B4BC-B506917E0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38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1081658"/>
            <a:ext cx="8659907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388" y="1706842"/>
            <a:ext cx="4002321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107" y="1706842"/>
            <a:ext cx="3969948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6828C-A5C8-E70D-DFFF-33952D9C5B6D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DC74-640A-FD49-A232-9481C4F2CDA4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EFA46-AC1E-7142-B611-80E89E92C21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123E5-9C5F-4811-A8CC-08B631D2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2240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2677"/>
            <a:ext cx="86868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82" y="1532739"/>
            <a:ext cx="4040188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881" y="1966113"/>
            <a:ext cx="4040188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08" y="1532739"/>
            <a:ext cx="4041775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07" y="1966113"/>
            <a:ext cx="4041775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B3FED-4B9F-EFB5-A573-AA60CA5FDD7F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19A787-3E04-9171-E59A-81EF56BEB5C3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C12820-F4B8-CBB7-8EEB-F015FFDAFEE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9D1E2-F37F-4AEB-B456-944B03202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0621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46" y="1496186"/>
            <a:ext cx="7558509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555418-7852-8C7F-10A2-41328B2E2CF1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03BCE-1C74-458A-1596-6A3186622731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26BCA4-F463-FDEB-F019-3BD45D1088BC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52318-FDAA-4C7C-9A39-C09C50EE97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599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7F377-710D-68BC-381A-3E2AA0BC32C3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3292E0-D0C6-CE97-165A-CE12F2A96CCB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BF53D5-CBA9-5CCC-FCCC-888301716DD7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31AF-C1EE-4681-8B14-4128AC01EE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0432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74922"/>
            <a:ext cx="5486400" cy="36933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4916"/>
            <a:ext cx="54864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00101"/>
            <a:ext cx="54864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A2FA-4C09-34A3-CD68-922E7B278764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7A002-FF68-4734-6718-265A4ACF2022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BEA51-A63A-E391-F664-B68D1FBBC506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566F-6618-491F-852F-0B664161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7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EAEAEA"/>
            </a:gs>
            <a:gs pos="100000">
              <a:schemeClr val="tx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4ECE16C-6D14-E6E0-1353-66BE0DC7F2A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5" b="10880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C:\Users\vboydo\Documents\0 val work\0 Active Jobs\2692 BRAND ppt templates 2014\shield on blk.tif">
            <a:extLst>
              <a:ext uri="{FF2B5EF4-FFF2-40B4-BE49-F238E27FC236}">
                <a16:creationId xmlns:a16="http://schemas.microsoft.com/office/drawing/2014/main" id="{54FD1BC6-0872-DBEC-2DE9-728DC44CB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5599" r="17880" b="33191"/>
          <a:stretch>
            <a:fillRect/>
          </a:stretch>
        </p:blipFill>
        <p:spPr bwMode="auto">
          <a:xfrm>
            <a:off x="0" y="0"/>
            <a:ext cx="593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05C92106-648C-0B50-B80F-034695F87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">
          <a:xfrm>
            <a:off x="914400" y="1724025"/>
            <a:ext cx="7315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1D8E3AD-6BAE-55EF-19E2-B3156180A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242888" y="1057275"/>
            <a:ext cx="865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457200" bIns="45720" numCol="1" anchor="b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EC028D-1975-F453-5553-C81DD3C11497}"/>
              </a:ext>
            </a:extLst>
          </p:cNvPr>
          <p:cNvSpPr>
            <a:spLocks noGrp="1" noChangeArrowheads="1"/>
          </p:cNvSpPr>
          <p:nvPr userDrawn="1">
            <p:ph type="dt" sz="half" idx="2"/>
          </p:nvPr>
        </p:nvSpPr>
        <p:spPr bwMode="black">
          <a:xfrm>
            <a:off x="484188" y="4829175"/>
            <a:ext cx="1252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DCC4B4-2BF8-CAFF-4ECB-874CF74B8078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black">
          <a:xfrm>
            <a:off x="1736725" y="4829175"/>
            <a:ext cx="6153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1B2FE86-2751-81A4-0406-0260308081AB}"/>
              </a:ext>
            </a:extLst>
          </p:cNvPr>
          <p:cNvSpPr>
            <a:spLocks noGrp="1" noChangeArrowheads="1"/>
          </p:cNvSpPr>
          <p:nvPr userDrawn="1">
            <p:ph type="sldNum" sz="quarter" idx="4"/>
          </p:nvPr>
        </p:nvSpPr>
        <p:spPr bwMode="black">
          <a:xfrm>
            <a:off x="7899400" y="4829175"/>
            <a:ext cx="1244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4B95D15-B967-46C0-A48A-6BF091E2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F6F15-1E87-C5C3-2B47-E64EC43B09E4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8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</p:sldLayoutIdLst>
  <p:transition/>
  <p:txStyles>
    <p:titleStyle>
      <a:lvl1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165100" indent="-165100" algn="l" rtl="0" eaLnBrk="0" fontAlgn="base" hangingPunct="0">
        <a:lnSpc>
          <a:spcPts val="2200"/>
        </a:lnSpc>
        <a:spcBef>
          <a:spcPts val="6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344488" indent="-179388" algn="l" rtl="0" eaLnBrk="0" fontAlgn="base" hangingPunct="0">
        <a:lnSpc>
          <a:spcPts val="2000"/>
        </a:lnSpc>
        <a:spcBef>
          <a:spcPts val="4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509588" indent="-165100" algn="l" rtl="0" eaLnBrk="0" fontAlgn="base" hangingPunct="0">
        <a:lnSpc>
          <a:spcPts val="20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688975" indent="-179388" algn="l" rtl="0" eaLnBrk="0" fontAlgn="base" hangingPunct="0">
        <a:lnSpc>
          <a:spcPts val="18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854075" indent="-165100" algn="l" rtl="0" eaLnBrk="0" fontAlgn="base" hangingPunct="0">
        <a:lnSpc>
          <a:spcPts val="16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4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1414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15986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20558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25130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9">
            <a:extLst>
              <a:ext uri="{FF2B5EF4-FFF2-40B4-BE49-F238E27FC236}">
                <a16:creationId xmlns:a16="http://schemas.microsoft.com/office/drawing/2014/main" id="{FD428B15-092D-292B-2689-117492D361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5963" y="2171700"/>
            <a:ext cx="7712075" cy="400050"/>
          </a:xfrm>
        </p:spPr>
        <p:txBody>
          <a:bodyPr/>
          <a:lstStyle/>
          <a:p>
            <a:r>
              <a:rPr lang="en-US" altLang="en-US"/>
              <a:t>CptS 360</a:t>
            </a:r>
          </a:p>
        </p:txBody>
      </p:sp>
      <p:sp>
        <p:nvSpPr>
          <p:cNvPr id="5123" name="Rectangle 20">
            <a:extLst>
              <a:ext uri="{FF2B5EF4-FFF2-40B4-BE49-F238E27FC236}">
                <a16:creationId xmlns:a16="http://schemas.microsoft.com/office/drawing/2014/main" id="{486AF756-BFA2-DDA1-C6FD-5C6FB8363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5963" y="2571750"/>
            <a:ext cx="7712075" cy="374650"/>
          </a:xfrm>
        </p:spPr>
        <p:txBody>
          <a:bodyPr/>
          <a:lstStyle/>
          <a:p>
            <a:r>
              <a:rPr altLang="en-US"/>
              <a:t>System I/O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>
            <a:extLst>
              <a:ext uri="{FF2B5EF4-FFF2-40B4-BE49-F238E27FC236}">
                <a16:creationId xmlns:a16="http://schemas.microsoft.com/office/drawing/2014/main" id="{18FDA59A-CF67-4908-3879-02F7D6C4C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27075"/>
            <a:ext cx="8426450" cy="400050"/>
          </a:xfrm>
        </p:spPr>
        <p:txBody>
          <a:bodyPr/>
          <a:lstStyle/>
          <a:p>
            <a:r>
              <a:rPr lang="en-US" altLang="en-US"/>
              <a:t>Connection from Last Week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5CDB970E-A4FF-28C8-69F6-663008C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71563"/>
            <a:ext cx="8680450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Virtual Memory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Paging, TLB, virtual addresses, page walk, faults, …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Motivation for this week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How to read and write to files directly from the kernel?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STDIO vs SYSIO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File descriptors and metadata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I/O redirection and duplication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Assignments: PA3 (this week), CYA1 (next week)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Week 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File system implementation in *nix-like systems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74E1-102E-6735-4339-E127F1F1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110F128-D4C0-9FC8-2074-894D5461D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Resource </a:t>
            </a:r>
            <a:r>
              <a:rPr lang="en-US" altLang="en-US" dirty="0">
                <a:solidFill>
                  <a:schemeClr val="tx1"/>
                </a:solidFill>
              </a:rPr>
              <a:t>Handling Paradigms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7A2F2E30-2B5A-371A-AEB6-FB180BDB0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Resources: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Devices, sockets, processes, data, …</a:t>
            </a:r>
            <a:r>
              <a:rPr lang="en-US" altLang="en-US" dirty="0">
                <a:solidFill>
                  <a:schemeClr val="bg2"/>
                </a:solidFill>
              </a:rPr>
              <a:t>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Everything is a File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Resources are processed as byte streams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All streams use the same filesystem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Everything can be managed using same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Manage using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/dev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Unix-like OSes, including macOS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Everything is an Object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Resources are processed as struct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objs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obj type has separate properties, methods, and calls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Obj-calls differ by resource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Manage using PowerShell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CMDlets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424877059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1B25013-0C8A-E039-4E60-A05D96A85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STDIO VS SYSIO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819E7E3D-562F-66E4-AD6A-A0F9E825A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Standard I/O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via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fwrite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fopen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printf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Utilize an intermediate buffer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malloc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in user space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Buffer size varies, typically 8 KiB, can be set by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SETVBUF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BUFSIZ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Faster, useful for smaller, frequent r-w; why?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Higher storage requirements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Disk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Kernel  STDIO  USR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Portable, OS-agnostic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Thread safety implicit with UID segmentation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Sys I/O via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read/write/open/close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Directly calls the OS kernel; unbuffered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Slower, useful for large-block transfer; why?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Lower storage requirements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OS-dependent, limited portability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Thread safety requires explicit locking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EFB1-BA54-299A-A7DC-52DE2AE4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C1386B0-0250-2079-346E-ADFBF8241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Buffering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60AE3475-9119-068D-E5BA-80937A39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Why does buffering matter?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Reduces the number of sys calls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Switching from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USR</a:t>
            </a:r>
            <a:r>
              <a:rPr lang="en-US" altLang="en-US" dirty="0">
                <a:solidFill>
                  <a:schemeClr val="bg2"/>
                </a:solidFill>
              </a:rPr>
              <a:t> to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KRNL</a:t>
            </a:r>
            <a:r>
              <a:rPr lang="en-US" altLang="en-US" dirty="0">
                <a:solidFill>
                  <a:schemeClr val="bg2"/>
                </a:solidFill>
              </a:rPr>
              <a:t> mode is expensive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Both time and space expensive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Reading 1-byte 1024 times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1024 SYSIO calls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Using 8 KiB buffer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1 STDIO call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Higher throughput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HDDs and SSDs are optimized for large-block r-w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Time wasted on disk for smaller ops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Optimal buffer size?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8 KiB to 64 KiB</a:t>
            </a:r>
          </a:p>
        </p:txBody>
      </p:sp>
    </p:spTree>
    <p:extLst>
      <p:ext uri="{BB962C8B-B14F-4D97-AF65-F5344CB8AC3E}">
        <p14:creationId xmlns:p14="http://schemas.microsoft.com/office/powerpoint/2010/main" val="18848816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7268-8BEB-4008-CB1E-A67F6197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D5D4BA2-99FE-B381-6D00-FD0639A64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File Descriptors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960097CF-0EAC-0F1D-27AC-854F37EE4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Non-negative integers that identify open files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Used by processes or I/O agent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Serve as handles that pass-through system calls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IO agents? Pipes, sockets, devices, …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do FDs work?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Pointers referring to Kernel Tables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Kernel Tables?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FDT: File Descriptor Table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SWOT / SWOFT: System-Wide Open File Table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INT: Index Node Table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5163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172E-5D6D-5EC1-B902-2AA58B6C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290E8772-AC53-9F86-217D-B0B0F938A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Kernel Tables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2C34AE2A-C3EA-6F03-610C-8E1427A94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FDT: File Descriptor Table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Per process, created when a proc starts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FD value refers to this table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FD points to a row in FDT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FDT row is mapped to a SWOFT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SWOFT: Sys-Wide Open File Table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Global and not per-process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entry tracks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The current file offset AKA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cursor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Read-write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cursors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Access mode (r / w / r-w / …)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Ref count of how many FDs point to this SWOFT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Multiple FDs can originate from same proc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dup()</a:t>
            </a: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Helps us kick out a proc if it is spamming FDs</a:t>
            </a:r>
          </a:p>
        </p:txBody>
      </p:sp>
    </p:spTree>
    <p:extLst>
      <p:ext uri="{BB962C8B-B14F-4D97-AF65-F5344CB8AC3E}">
        <p14:creationId xmlns:p14="http://schemas.microsoft.com/office/powerpoint/2010/main" val="2320525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C653-AA2C-93DA-EE77-30BEB785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382D233-B205-B70E-B951-F75FA5573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Kernel Tables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771F7D42-79F9-D416-441E-C874BB3FC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INT: Index </a:t>
            </a:r>
            <a:r>
              <a:rPr lang="en-US" altLang="en-US">
                <a:solidFill>
                  <a:schemeClr val="bg2"/>
                </a:solidFill>
              </a:rPr>
              <a:t>Node Table</a:t>
            </a:r>
            <a:endParaRPr lang="en-US" altLang="en-US" dirty="0">
              <a:solidFill>
                <a:schemeClr val="bg2"/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entry in SWOFT points to an entry in INT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Index node AKA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inode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is a struct that contains all the file metadata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File type, size, permissions, and timestamps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Pointers to the physical data blocks on the disk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BMs: Block maps (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UFS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/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ext3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)</a:t>
            </a: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Direct Pointer</a:t>
            </a:r>
          </a:p>
          <a:p>
            <a:pPr lvl="5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Ptr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Data Block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Single Indirect</a:t>
            </a:r>
          </a:p>
          <a:p>
            <a:pPr lvl="5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Ptr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RefBuf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  Data Block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Double Indirect</a:t>
            </a:r>
          </a:p>
          <a:p>
            <a:pPr lvl="5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Ptr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SeekBuf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RefBuf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  Data Block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ext4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replaces BMs with EXTs: Extents</a:t>
            </a: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Ptr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ranges instead of multi-layered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ptrs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015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8D4C-4FD0-DC66-AE14-DE8DA17C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040B52F-584E-E04E-B308-ACF42DB94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Frequently Used FDs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BB16FB5-0A85-3498-F6BD-5A42AD9EF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Standard FDs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STDIN_FILENO (0)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Standard input stream: read input data channel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Default connected to Keyboard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Can change, other devices can be added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&lt;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STDIN_FILENO (1)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Standard output stream: write output data channel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Default connected to Terminal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Can change, other devices can be added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STDIN_FILENO (2)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Standard error stream: write error data channel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Default connected to Terminal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Can change, other devices can be added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2&gt;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All three opened automatically at boot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|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can send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stdout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of one proc as stdin to another proc 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282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9E5F-F90D-7573-5428-54D1E8C3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4727ECB5-F765-C253-70BA-CDB780C2C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Semantics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F02436EB-5C3D-5755-919D-7199A33BA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read()</a:t>
            </a:r>
            <a:r>
              <a:rPr lang="en-US" altLang="en-US" dirty="0">
                <a:solidFill>
                  <a:schemeClr val="bg2"/>
                </a:solidFill>
              </a:rPr>
              <a:t>: reads bytes from current position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Returns: number of bytes read,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 (EOF)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, or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-1 (ERR)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write()</a:t>
            </a:r>
            <a:r>
              <a:rPr lang="en-US" altLang="en-US" dirty="0">
                <a:solidFill>
                  <a:schemeClr val="bg2"/>
                </a:solidFill>
              </a:rPr>
              <a:t>: writes bytes to the current position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Returns: number of bytes written, or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-1 (ERR)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O_APPEND</a:t>
            </a:r>
            <a:r>
              <a:rPr lang="en-US" altLang="en-US" dirty="0">
                <a:solidFill>
                  <a:schemeClr val="bg2"/>
                </a:solidFill>
              </a:rPr>
              <a:t>: ensures multiple procs can write to the same file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AKA ‘Atomicity’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Partial reads / writes are possible and occur often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Recursive reads / writes occur often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Send a range to r / w / r-w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Pointer moves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repeat</a:t>
            </a:r>
          </a:p>
          <a:p>
            <a:pPr marL="457200" lvl="1" indent="0" eaLnBrk="1" hangingPunct="1"/>
            <a:endParaRPr lang="en-US" altLang="en-US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O_RDONLY, O_WRONLY, O_RDWR, O_CREAT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O_TRUNC: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if file exists and open for writing, truncate bits to 0, destroying content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O_EXCL:</a:t>
            </a:r>
            <a:r>
              <a:rPr lang="en-US" altLang="en-US" dirty="0">
                <a:solidFill>
                  <a:schemeClr val="bg2"/>
                </a:solidFill>
              </a:rPr>
              <a:t> exclusive locking, used to fail calls when desired state is existing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O_NONBLOCK:</a:t>
            </a:r>
            <a:r>
              <a:rPr lang="en-US" altLang="en-US" dirty="0">
                <a:solidFill>
                  <a:schemeClr val="bg2"/>
                </a:solidFill>
              </a:rPr>
              <a:t> prevents waiting if a call targets a device that is not ready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7074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6480-56DC-5BBB-06FF-6FB79017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BC279F4-5038-54CD-03C6-3F4163F96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2B53760-AEC2-CDAF-E476-808E5BC2B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sys_cp.c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sys_cp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echo “Hello CPTS 360” &gt; test.txt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sys_cp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test.txt copy.txt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cat copy.txt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bufcat.c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bufcat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dd if=/dev/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urandom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of=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bs=1M count=1024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bufcat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4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bufcat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64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bufcat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1024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random_blocks.c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random_blocks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random_blocks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100000</a:t>
            </a:r>
          </a:p>
        </p:txBody>
      </p:sp>
    </p:spTree>
    <p:extLst>
      <p:ext uri="{BB962C8B-B14F-4D97-AF65-F5344CB8AC3E}">
        <p14:creationId xmlns:p14="http://schemas.microsoft.com/office/powerpoint/2010/main" val="8564820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272D-7697-6CB4-6DD4-EED6117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EED859B-0097-E4AE-B14C-92CD25E2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F4F43-2E08-F101-3E61-24543BF58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89" y="1867949"/>
            <a:ext cx="785922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506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DCCF-0967-D9CE-E700-0B348C86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CB161AA-8B36-8DA4-0DC0-A104DDF60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13B5E-A23C-A1DB-4D00-FDCA041F7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914168"/>
            <a:ext cx="854511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8377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42A9-6E42-119C-B4EC-4487FBFD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B40C3932-ABE9-E337-C9BC-A24F5CD01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C61F4-91C5-49C8-37FB-6B429BD10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3621"/>
            <a:ext cx="9144000" cy="183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2437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2025-7B6C-41FB-A00D-4CA3CE57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88470397-5480-3600-6BBF-9F988AAA6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Copy Avoidance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C98621A-2E4F-06F9-CFC2-0D18ABDD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Last session: quantity of data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stdio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vs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sysio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much and what type of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This session: copy avoidance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data moves through the machine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to minimize copies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Typical read-write pipeline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Disk / Memory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 page cache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Page cache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 user buffer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User buffer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 kernel socket buffer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Two PU copies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Avoid bouncing between kernel and user space?</a:t>
            </a:r>
          </a:p>
        </p:txBody>
      </p:sp>
    </p:spTree>
    <p:extLst>
      <p:ext uri="{BB962C8B-B14F-4D97-AF65-F5344CB8AC3E}">
        <p14:creationId xmlns:p14="http://schemas.microsoft.com/office/powerpoint/2010/main" val="295793225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82D6-8CFF-A7C0-ED68-B2211F24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2179408D-BFD1-C620-833B-09FB5B89D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Vectored I/O and Memory Maps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E85E71B-A1C1-75AD-A9DE-63D15FBEB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Operate on multiple buffers in one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readv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writev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[buf1, buf2, buf3])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Minimizes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but PU copies problem remains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sendfile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(socket, file)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Cut out user-buffer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Pipeline: disk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 page cache  kernel socket buffer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Vectored I/O is less flexible than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fread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fwrite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read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write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Solution? Memory Maps (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Map a file directly into the process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addr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space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addr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mmap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(file)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Kernel sets virtual memory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mpappings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Allows accessing data like memory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char x =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addr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[i];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05829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0666-0CD0-58C8-F5EF-9973A820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871ABB4E-50B3-3D4D-7209-103B8A860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Memory Maps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899E8986-3102-2798-3525-DFEFB75A0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Pages are loaded into the process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addr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space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Disk  page cache  user virtual memory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Zero-copy or low-copy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Demand / lazy loading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Random access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Sacrifices: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PU-driven; higher upfront time costs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Tricker I/O timing control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Writes are trickier due to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msync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, dirty pages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msync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: sync data from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to physical storage (memory or disk)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MS_SYNC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MS_ASYNC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MS_INVALIDATE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 MAP_PRIVATE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Sync is blocking-wait, async is immediate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Invalidate forces reload, Private prevents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mmap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  device sync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Dirty page: Page modified in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but not yet updated on device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Tracked by dirty bits</a:t>
            </a:r>
          </a:p>
        </p:txBody>
      </p:sp>
    </p:spTree>
    <p:extLst>
      <p:ext uri="{BB962C8B-B14F-4D97-AF65-F5344CB8AC3E}">
        <p14:creationId xmlns:p14="http://schemas.microsoft.com/office/powerpoint/2010/main" val="330138557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D852-0DD6-6100-A4D5-F41537AB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A179AAD-6C79-E71E-AC12-048EC080E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SIGBUS vs SIGSEGV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D36F7F2-CB91-5043-6C1C-6715FE1FA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SIGBUS indicates a proc trying invalid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addr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E.g., with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mmap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 when accessing corrupted pages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SIGSEGV indicates a proc trying valid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addr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but invalid access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E.g., with buffers when accessing read-only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fwrite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write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writev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sendfile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,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…?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fwrite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: uses two buffers, two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syscalls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write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one buffer, two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writev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one buffer, one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sendfile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no buffers,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; inflexible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mmap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uses no buffers,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syscalls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; flexible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But takes more </a:t>
            </a:r>
          </a:p>
        </p:txBody>
      </p:sp>
      <p:pic>
        <p:nvPicPr>
          <p:cNvPr id="1026" name="Picture 2" descr="a close up of a woman 's face with a triangle and a mathematical formula .">
            <a:extLst>
              <a:ext uri="{FF2B5EF4-FFF2-40B4-BE49-F238E27FC236}">
                <a16:creationId xmlns:a16="http://schemas.microsoft.com/office/drawing/2014/main" id="{2CC5E98B-054F-27CF-6258-B6F3C15A7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166" y="2845559"/>
            <a:ext cx="3213070" cy="21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00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C59E-2CB2-0D54-5114-7204A2BA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AEAB046-2727-1610-84BF-87EE5B4B1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4943BB40-C93D-8F39-F6E0-0F25DC7BE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writev_demo.c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writev_demo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writev_demo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copy_rw.c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copy_rw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copy_rw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src.bin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dst.bin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copy_sendfile.c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copy_sendfile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copy_sendfile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src.bin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dst.bin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sendfile_http.c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sendfile_http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sendfile_http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8080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curl –o /dev/null –s http://127.0.0.1:8080/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mmap_random.c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mmap_random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mmap_random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big.bin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100000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9904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652F-A810-95EF-5317-10B995A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BD33BDDA-7ACF-54F5-5545-379C2A74C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285E4-6545-5B0A-214C-30020683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1" y="1020198"/>
            <a:ext cx="8935697" cy="61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DEA4C7-8D9E-407E-2D54-B55C2876C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46" y="1853995"/>
            <a:ext cx="8106906" cy="562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928BC8-994F-A6B7-315F-530E76B42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845986"/>
            <a:ext cx="9144000" cy="5569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5619E2-9AF9-C830-E59B-F9B7EFFD4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22625"/>
            <a:ext cx="9144000" cy="11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784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1372-A914-59B8-FB64-C8C54CB4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75C24AF-199E-9BF1-2276-6BF5E0839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366BB-A20A-7A05-4FFE-209AC463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078"/>
            <a:ext cx="9144000" cy="829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1F23F3-8F6D-ABC3-B6E8-B4E6903D3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835" y="1890546"/>
            <a:ext cx="6639852" cy="1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3FF4F8-2C78-3E21-7191-0163DA0D3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53" y="2169372"/>
            <a:ext cx="7125694" cy="3810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73E1C-89AB-6068-2296-68C5FF9C8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627" y="2680664"/>
            <a:ext cx="6420746" cy="590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71C963-F6B9-94B5-CFB6-E1BE51B97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074" y="3401535"/>
            <a:ext cx="6639852" cy="181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3717A6-F9D9-5892-B843-1D04DC1625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519" y="3795381"/>
            <a:ext cx="723048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4620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E5AE-D8F9-134B-B020-FA682C7C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7276A6D1-5532-0168-BC59-D7A30BF32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56B0B0-4BB3-8C18-52EF-482E41F6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5" y="1656104"/>
            <a:ext cx="8954750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9576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A8B9-6B3F-D1AB-C506-87EDD8A1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4CBEC25-E26A-0AE3-7545-AD9A7BC76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Tie-In to Virtual Memory and File Systems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B3BC9DEB-3365-B188-F929-AE3005AA3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How does SYSIO deal with page faults, TLB, MLPTs?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SYSIO routes data into a page cache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Subsequent reads go through the page walkthrough process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Results in hits or misses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STDIO and SYSIO both operate mostly on VFS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Virtual File System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What is VFS? How does that differ from standard FS?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Where do page caches operate?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How do file systems organize on-disk data?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What is journaling and how does it fit into all the above?</a:t>
            </a:r>
          </a:p>
        </p:txBody>
      </p:sp>
    </p:spTree>
    <p:extLst>
      <p:ext uri="{BB962C8B-B14F-4D97-AF65-F5344CB8AC3E}">
        <p14:creationId xmlns:p14="http://schemas.microsoft.com/office/powerpoint/2010/main" val="15833754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5944</TotalTime>
  <Words>1750</Words>
  <Application>Microsoft Office PowerPoint</Application>
  <PresentationFormat>On-screen Show (16:9)</PresentationFormat>
  <Paragraphs>323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Consolas</vt:lpstr>
      <vt:lpstr>Lucida Sans</vt:lpstr>
      <vt:lpstr>Times New Roman</vt:lpstr>
      <vt:lpstr>Wingdings</vt:lpstr>
      <vt:lpstr>Default Design</vt:lpstr>
      <vt:lpstr>CptS 360</vt:lpstr>
      <vt:lpstr>Connection from Last Week</vt:lpstr>
      <vt:lpstr>Resource Handling Paradigms</vt:lpstr>
      <vt:lpstr>STDIO VS SYSIO</vt:lpstr>
      <vt:lpstr>Buffering</vt:lpstr>
      <vt:lpstr>File Descriptors</vt:lpstr>
      <vt:lpstr>Kernel Tables</vt:lpstr>
      <vt:lpstr>Kernel Tables</vt:lpstr>
      <vt:lpstr>Frequently Used FDs</vt:lpstr>
      <vt:lpstr>Semantics</vt:lpstr>
      <vt:lpstr>Demos</vt:lpstr>
      <vt:lpstr>Demos</vt:lpstr>
      <vt:lpstr>Demos</vt:lpstr>
      <vt:lpstr>Demos</vt:lpstr>
      <vt:lpstr>Copy Avoidance</vt:lpstr>
      <vt:lpstr>Vectored I/O and Memory Maps</vt:lpstr>
      <vt:lpstr>Memory Maps</vt:lpstr>
      <vt:lpstr>SIGBUS vs SIGSEGV</vt:lpstr>
      <vt:lpstr>Demos</vt:lpstr>
      <vt:lpstr>Demos</vt:lpstr>
      <vt:lpstr>Demos</vt:lpstr>
      <vt:lpstr>Demos</vt:lpstr>
      <vt:lpstr>Tie-In to Virtual Memory and File Systems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Jillepalli, Ananth</cp:lastModifiedBy>
  <cp:revision>594</cp:revision>
  <cp:lastPrinted>2014-04-21T18:27:44Z</cp:lastPrinted>
  <dcterms:created xsi:type="dcterms:W3CDTF">2001-10-04T20:08:10Z</dcterms:created>
  <dcterms:modified xsi:type="dcterms:W3CDTF">2026-03-26T16:18:30Z</dcterms:modified>
</cp:coreProperties>
</file>