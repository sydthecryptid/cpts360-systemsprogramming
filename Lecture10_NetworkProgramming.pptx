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04" r:id="rId2"/>
    <p:sldId id="338" r:id="rId3"/>
    <p:sldId id="446" r:id="rId4"/>
    <p:sldId id="459" r:id="rId5"/>
    <p:sldId id="468" r:id="rId6"/>
    <p:sldId id="473" r:id="rId7"/>
    <p:sldId id="469" r:id="rId8"/>
    <p:sldId id="470" r:id="rId9"/>
    <p:sldId id="471" r:id="rId10"/>
    <p:sldId id="472" r:id="rId11"/>
    <p:sldId id="447" r:id="rId12"/>
    <p:sldId id="448" r:id="rId13"/>
    <p:sldId id="466" r:id="rId14"/>
    <p:sldId id="474" r:id="rId15"/>
  </p:sldIdLst>
  <p:sldSz cx="9144000" cy="5143500" type="screen16x9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6">
          <p15:clr>
            <a:srgbClr val="A4A3A4"/>
          </p15:clr>
        </p15:guide>
        <p15:guide id="2" pos="3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0C30"/>
    <a:srgbClr val="EAEAEA"/>
    <a:srgbClr val="DBCEAC"/>
    <a:srgbClr val="3CB6CE"/>
    <a:srgbClr val="B6BF00"/>
    <a:srgbClr val="EC7A00"/>
    <a:srgbClr val="003C69"/>
    <a:srgbClr val="452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9AC5B-4ADE-4A64-8303-109DAB598CBB}" v="63" dt="2026-03-31T17:10: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85" autoAdjust="0"/>
    <p:restoredTop sz="97674" autoAdjust="0"/>
  </p:normalViewPr>
  <p:slideViewPr>
    <p:cSldViewPr snapToGrid="0">
      <p:cViewPr varScale="1">
        <p:scale>
          <a:sx n="140" d="100"/>
          <a:sy n="140" d="100"/>
        </p:scale>
        <p:origin x="864" y="126"/>
      </p:cViewPr>
      <p:guideLst>
        <p:guide orient="horz" pos="486"/>
        <p:guide pos="37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-2004" y="-96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llepalli, Ananth" userId="c67baff2-5b80-4b31-8765-653e91404522" providerId="ADAL" clId="{57776F82-62D0-4C7B-849E-24517F3C801E}"/>
    <pc:docChg chg="undo redo custSel addSld delSld modSld sldOrd">
      <pc:chgData name="Jillepalli, Ananth" userId="c67baff2-5b80-4b31-8765-653e91404522" providerId="ADAL" clId="{57776F82-62D0-4C7B-849E-24517F3C801E}" dt="2026-03-31T20:28:37.671" v="12459" actId="47"/>
      <pc:docMkLst>
        <pc:docMk/>
      </pc:docMkLst>
      <pc:sldChg chg="modSp mod">
        <pc:chgData name="Jillepalli, Ananth" userId="c67baff2-5b80-4b31-8765-653e91404522" providerId="ADAL" clId="{57776F82-62D0-4C7B-849E-24517F3C801E}" dt="2026-03-30T00:47:09.052" v="8374" actId="20577"/>
        <pc:sldMkLst>
          <pc:docMk/>
          <pc:sldMk cId="0" sldId="304"/>
        </pc:sldMkLst>
        <pc:spChg chg="mod">
          <ac:chgData name="Jillepalli, Ananth" userId="c67baff2-5b80-4b31-8765-653e91404522" providerId="ADAL" clId="{57776F82-62D0-4C7B-849E-24517F3C801E}" dt="2026-03-30T00:47:09.052" v="8374" actId="20577"/>
          <ac:spMkLst>
            <pc:docMk/>
            <pc:sldMk cId="0" sldId="304"/>
            <ac:spMk id="5123" creationId="{486AF756-BFA2-DDA1-C6FD-5C6FB8363737}"/>
          </ac:spMkLst>
        </pc:spChg>
      </pc:sldChg>
      <pc:sldChg chg="modSp mod">
        <pc:chgData name="Jillepalli, Ananth" userId="c67baff2-5b80-4b31-8765-653e91404522" providerId="ADAL" clId="{57776F82-62D0-4C7B-849E-24517F3C801E}" dt="2026-03-30T00:55:14.054" v="8848" actId="20577"/>
        <pc:sldMkLst>
          <pc:docMk/>
          <pc:sldMk cId="0" sldId="338"/>
        </pc:sldMkLst>
        <pc:spChg chg="mod">
          <ac:chgData name="Jillepalli, Ananth" userId="c67baff2-5b80-4b31-8765-653e91404522" providerId="ADAL" clId="{57776F82-62D0-4C7B-849E-24517F3C801E}" dt="2026-03-26T16:07:53.421" v="4563" actId="20577"/>
          <ac:spMkLst>
            <pc:docMk/>
            <pc:sldMk cId="0" sldId="338"/>
            <ac:spMk id="7170" creationId="{18FDA59A-CF67-4908-3879-02F7D6C4C29D}"/>
          </ac:spMkLst>
        </pc:spChg>
        <pc:spChg chg="mod">
          <ac:chgData name="Jillepalli, Ananth" userId="c67baff2-5b80-4b31-8765-653e91404522" providerId="ADAL" clId="{57776F82-62D0-4C7B-849E-24517F3C801E}" dt="2026-03-30T00:55:14.054" v="8848" actId="20577"/>
          <ac:spMkLst>
            <pc:docMk/>
            <pc:sldMk cId="0" sldId="338"/>
            <ac:spMk id="7171" creationId="{5CDB970E-A4FF-28C8-69F6-663008CD0768}"/>
          </ac:spMkLst>
        </pc:spChg>
      </pc:sldChg>
      <pc:sldChg chg="modSp add del mod">
        <pc:chgData name="Jillepalli, Ananth" userId="c67baff2-5b80-4b31-8765-653e91404522" providerId="ADAL" clId="{57776F82-62D0-4C7B-849E-24517F3C801E}" dt="2026-03-30T00:56:15.848" v="8851" actId="47"/>
        <pc:sldMkLst>
          <pc:docMk/>
          <pc:sldMk cId="4248770590" sldId="440"/>
        </pc:sldMkLst>
      </pc:sldChg>
      <pc:sldChg chg="addSp delSp modSp add mod ord">
        <pc:chgData name="Jillepalli, Ananth" userId="c67baff2-5b80-4b31-8765-653e91404522" providerId="ADAL" clId="{57776F82-62D0-4C7B-849E-24517F3C801E}" dt="2026-03-31T16:07:08.969" v="9796" actId="20577"/>
        <pc:sldMkLst>
          <pc:docMk/>
          <pc:sldMk cId="4161450603" sldId="446"/>
        </pc:sldMkLst>
        <pc:spChg chg="add mod">
          <ac:chgData name="Jillepalli, Ananth" userId="c67baff2-5b80-4b31-8765-653e91404522" providerId="ADAL" clId="{57776F82-62D0-4C7B-849E-24517F3C801E}" dt="2026-03-31T16:07:08.969" v="9796" actId="20577"/>
          <ac:spMkLst>
            <pc:docMk/>
            <pc:sldMk cId="4161450603" sldId="446"/>
            <ac:spMk id="4" creationId="{4C5DCC3F-2BE6-8EAD-34A1-7EE59FEC4C2A}"/>
          </ac:spMkLst>
        </pc:spChg>
        <pc:spChg chg="mod">
          <ac:chgData name="Jillepalli, Ananth" userId="c67baff2-5b80-4b31-8765-653e91404522" providerId="ADAL" clId="{57776F82-62D0-4C7B-849E-24517F3C801E}" dt="2026-03-31T16:01:21.409" v="9563" actId="20577"/>
          <ac:spMkLst>
            <pc:docMk/>
            <pc:sldMk cId="4161450603" sldId="446"/>
            <ac:spMk id="11266" creationId="{DEED859B-0097-E4AE-B14C-92CD25E2A526}"/>
          </ac:spMkLst>
        </pc:spChg>
        <pc:picChg chg="add mod">
          <ac:chgData name="Jillepalli, Ananth" userId="c67baff2-5b80-4b31-8765-653e91404522" providerId="ADAL" clId="{57776F82-62D0-4C7B-849E-24517F3C801E}" dt="2026-03-31T16:01:49.981" v="9567" actId="1076"/>
          <ac:picMkLst>
            <pc:docMk/>
            <pc:sldMk cId="4161450603" sldId="446"/>
            <ac:picMk id="2" creationId="{360E63C6-1333-C4BF-9BE5-E2FD5A36CF2E}"/>
          </ac:picMkLst>
        </pc:picChg>
        <pc:picChg chg="add del mod">
          <ac:chgData name="Jillepalli, Ananth" userId="c67baff2-5b80-4b31-8765-653e91404522" providerId="ADAL" clId="{57776F82-62D0-4C7B-849E-24517F3C801E}" dt="2026-03-31T16:01:23.300" v="9564" actId="478"/>
          <ac:picMkLst>
            <pc:docMk/>
            <pc:sldMk cId="4161450603" sldId="446"/>
            <ac:picMk id="1026" creationId="{46B595CC-60F8-6E8C-FCAC-51D8D8F44824}"/>
          </ac:picMkLst>
        </pc:picChg>
      </pc:sldChg>
      <pc:sldChg chg="addSp modSp add del mod">
        <pc:chgData name="Jillepalli, Ananth" userId="c67baff2-5b80-4b31-8765-653e91404522" providerId="ADAL" clId="{57776F82-62D0-4C7B-849E-24517F3C801E}" dt="2026-03-31T17:30:59.268" v="12450" actId="20577"/>
        <pc:sldMkLst>
          <pc:docMk/>
          <pc:sldMk cId="856482066" sldId="447"/>
        </pc:sldMkLst>
        <pc:spChg chg="add">
          <ac:chgData name="Jillepalli, Ananth" userId="c67baff2-5b80-4b31-8765-653e91404522" providerId="ADAL" clId="{57776F82-62D0-4C7B-849E-24517F3C801E}" dt="2026-03-31T17:10:08.826" v="12349"/>
          <ac:spMkLst>
            <pc:docMk/>
            <pc:sldMk cId="856482066" sldId="447"/>
            <ac:spMk id="2" creationId="{C2FCA866-B5E4-967D-17DD-F57D2ACBEEAA}"/>
          </ac:spMkLst>
        </pc:spChg>
        <pc:spChg chg="mod">
          <ac:chgData name="Jillepalli, Ananth" userId="c67baff2-5b80-4b31-8765-653e91404522" providerId="ADAL" clId="{57776F82-62D0-4C7B-849E-24517F3C801E}" dt="2026-03-12T17:05:49.172" v="12" actId="20577"/>
          <ac:spMkLst>
            <pc:docMk/>
            <pc:sldMk cId="856482066" sldId="447"/>
            <ac:spMk id="11266" creationId="{1BC279F4-5038-54CD-03C6-3F4163F9630A}"/>
          </ac:spMkLst>
        </pc:spChg>
        <pc:spChg chg="mod">
          <ac:chgData name="Jillepalli, Ananth" userId="c67baff2-5b80-4b31-8765-653e91404522" providerId="ADAL" clId="{57776F82-62D0-4C7B-849E-24517F3C801E}" dt="2026-03-31T17:30:59.268" v="12450" actId="20577"/>
          <ac:spMkLst>
            <pc:docMk/>
            <pc:sldMk cId="856482066" sldId="447"/>
            <ac:spMk id="11267" creationId="{E2B53760-AEC2-CDAF-E476-808E5BC2BC7C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3-31T17:15:58.826" v="12435" actId="22"/>
        <pc:sldMkLst>
          <pc:docMk/>
          <pc:sldMk cId="626183771" sldId="448"/>
        </pc:sldMkLst>
        <pc:picChg chg="add del mod">
          <ac:chgData name="Jillepalli, Ananth" userId="c67baff2-5b80-4b31-8765-653e91404522" providerId="ADAL" clId="{57776F82-62D0-4C7B-849E-24517F3C801E}" dt="2026-03-31T17:15:58.483" v="12434" actId="478"/>
          <ac:picMkLst>
            <pc:docMk/>
            <pc:sldMk cId="626183771" sldId="448"/>
            <ac:picMk id="3" creationId="{ABE902A9-7290-BB2B-DBA7-AE9B07894040}"/>
          </ac:picMkLst>
        </pc:picChg>
        <pc:picChg chg="add">
          <ac:chgData name="Jillepalli, Ananth" userId="c67baff2-5b80-4b31-8765-653e91404522" providerId="ADAL" clId="{57776F82-62D0-4C7B-849E-24517F3C801E}" dt="2026-03-31T17:15:58.826" v="12435" actId="22"/>
          <ac:picMkLst>
            <pc:docMk/>
            <pc:sldMk cId="626183771" sldId="448"/>
            <ac:picMk id="4" creationId="{50FC8D79-7E5B-5EEA-58B9-1B9A487B9A31}"/>
          </ac:picMkLst>
        </pc:picChg>
      </pc:sldChg>
      <pc:sldChg chg="addSp modSp add mod ord">
        <pc:chgData name="Jillepalli, Ananth" userId="c67baff2-5b80-4b31-8765-653e91404522" providerId="ADAL" clId="{57776F82-62D0-4C7B-849E-24517F3C801E}" dt="2026-03-31T16:03:29.124" v="9666" actId="20577"/>
        <pc:sldMkLst>
          <pc:docMk/>
          <pc:sldMk cId="3001775475" sldId="459"/>
        </pc:sldMkLst>
        <pc:spChg chg="mod">
          <ac:chgData name="Jillepalli, Ananth" userId="c67baff2-5b80-4b31-8765-653e91404522" providerId="ADAL" clId="{57776F82-62D0-4C7B-849E-24517F3C801E}" dt="2026-03-31T15:40:33.521" v="8858" actId="20577"/>
          <ac:spMkLst>
            <pc:docMk/>
            <pc:sldMk cId="3001775475" sldId="459"/>
            <ac:spMk id="11266" creationId="{F16444FE-8E89-C414-FB90-F15F7C3DCEAF}"/>
          </ac:spMkLst>
        </pc:spChg>
        <pc:spChg chg="mod">
          <ac:chgData name="Jillepalli, Ananth" userId="c67baff2-5b80-4b31-8765-653e91404522" providerId="ADAL" clId="{57776F82-62D0-4C7B-849E-24517F3C801E}" dt="2026-03-31T16:03:29.124" v="9666" actId="20577"/>
          <ac:spMkLst>
            <pc:docMk/>
            <pc:sldMk cId="3001775475" sldId="459"/>
            <ac:spMk id="11267" creationId="{58200176-A7F5-3D1F-D326-E7079E21F300}"/>
          </ac:spMkLst>
        </pc:spChg>
      </pc:sldChg>
      <pc:sldChg chg="modSp add del mod">
        <pc:chgData name="Jillepalli, Ananth" userId="c67baff2-5b80-4b31-8765-653e91404522" providerId="ADAL" clId="{57776F82-62D0-4C7B-849E-24517F3C801E}" dt="2026-03-30T00:56:15.848" v="8851" actId="47"/>
        <pc:sldMkLst>
          <pc:docMk/>
          <pc:sldMk cId="3028536099" sldId="460"/>
        </pc:sldMkLst>
      </pc:sldChg>
      <pc:sldChg chg="modSp add del mod">
        <pc:chgData name="Jillepalli, Ananth" userId="c67baff2-5b80-4b31-8765-653e91404522" providerId="ADAL" clId="{57776F82-62D0-4C7B-849E-24517F3C801E}" dt="2026-03-30T00:56:15.848" v="8851" actId="47"/>
        <pc:sldMkLst>
          <pc:docMk/>
          <pc:sldMk cId="570173752" sldId="461"/>
        </pc:sldMkLst>
      </pc:sldChg>
      <pc:sldChg chg="modSp add del mod">
        <pc:chgData name="Jillepalli, Ananth" userId="c67baff2-5b80-4b31-8765-653e91404522" providerId="ADAL" clId="{57776F82-62D0-4C7B-849E-24517F3C801E}" dt="2026-03-30T00:56:15.848" v="8851" actId="47"/>
        <pc:sldMkLst>
          <pc:docMk/>
          <pc:sldMk cId="2867755395" sldId="463"/>
        </pc:sldMkLst>
      </pc:sldChg>
      <pc:sldChg chg="modSp add del mod">
        <pc:chgData name="Jillepalli, Ananth" userId="c67baff2-5b80-4b31-8765-653e91404522" providerId="ADAL" clId="{57776F82-62D0-4C7B-849E-24517F3C801E}" dt="2026-03-30T00:56:15.848" v="8851" actId="47"/>
        <pc:sldMkLst>
          <pc:docMk/>
          <pc:sldMk cId="1749415681" sldId="464"/>
        </pc:sldMkLst>
      </pc:sldChg>
      <pc:sldChg chg="addSp modSp add del mod ord">
        <pc:chgData name="Jillepalli, Ananth" userId="c67baff2-5b80-4b31-8765-653e91404522" providerId="ADAL" clId="{57776F82-62D0-4C7B-849E-24517F3C801E}" dt="2026-03-31T20:28:37.671" v="12459" actId="47"/>
        <pc:sldMkLst>
          <pc:docMk/>
          <pc:sldMk cId="1543871624" sldId="465"/>
        </pc:sldMkLst>
      </pc:sldChg>
      <pc:sldChg chg="addSp delSp modSp add mod">
        <pc:chgData name="Jillepalli, Ananth" userId="c67baff2-5b80-4b31-8765-653e91404522" providerId="ADAL" clId="{57776F82-62D0-4C7B-849E-24517F3C801E}" dt="2026-03-31T17:31:52.412" v="12452" actId="1076"/>
        <pc:sldMkLst>
          <pc:docMk/>
          <pc:sldMk cId="2918716934" sldId="466"/>
        </pc:sldMkLst>
        <pc:picChg chg="add del mod">
          <ac:chgData name="Jillepalli, Ananth" userId="c67baff2-5b80-4b31-8765-653e91404522" providerId="ADAL" clId="{57776F82-62D0-4C7B-849E-24517F3C801E}" dt="2026-03-31T17:27:39.448" v="12436" actId="478"/>
          <ac:picMkLst>
            <pc:docMk/>
            <pc:sldMk cId="2918716934" sldId="466"/>
            <ac:picMk id="3" creationId="{E1905FE3-1D71-3494-48B9-053E5F6C84D3}"/>
          </ac:picMkLst>
        </pc:picChg>
        <pc:picChg chg="add del mod">
          <ac:chgData name="Jillepalli, Ananth" userId="c67baff2-5b80-4b31-8765-653e91404522" providerId="ADAL" clId="{57776F82-62D0-4C7B-849E-24517F3C801E}" dt="2026-03-31T17:27:39.448" v="12436" actId="478"/>
          <ac:picMkLst>
            <pc:docMk/>
            <pc:sldMk cId="2918716934" sldId="466"/>
            <ac:picMk id="4" creationId="{D26973B9-4D24-0609-44D2-76341679F4FA}"/>
          </ac:picMkLst>
        </pc:picChg>
        <pc:picChg chg="add mod">
          <ac:chgData name="Jillepalli, Ananth" userId="c67baff2-5b80-4b31-8765-653e91404522" providerId="ADAL" clId="{57776F82-62D0-4C7B-849E-24517F3C801E}" dt="2026-03-31T17:28:05.385" v="12439" actId="1076"/>
          <ac:picMkLst>
            <pc:docMk/>
            <pc:sldMk cId="2918716934" sldId="466"/>
            <ac:picMk id="5" creationId="{EC042C73-F513-F6A5-D6F4-038780B8CCC7}"/>
          </ac:picMkLst>
        </pc:picChg>
        <pc:picChg chg="add del mod">
          <ac:chgData name="Jillepalli, Ananth" userId="c67baff2-5b80-4b31-8765-653e91404522" providerId="ADAL" clId="{57776F82-62D0-4C7B-849E-24517F3C801E}" dt="2026-03-31T17:27:39.448" v="12436" actId="478"/>
          <ac:picMkLst>
            <pc:docMk/>
            <pc:sldMk cId="2918716934" sldId="466"/>
            <ac:picMk id="6" creationId="{2E1ACB2F-6B6E-DE03-A127-07A0D76F6C07}"/>
          </ac:picMkLst>
        </pc:picChg>
        <pc:picChg chg="add mod">
          <ac:chgData name="Jillepalli, Ananth" userId="c67baff2-5b80-4b31-8765-653e91404522" providerId="ADAL" clId="{57776F82-62D0-4C7B-849E-24517F3C801E}" dt="2026-03-31T17:28:08.456" v="12441" actId="1076"/>
          <ac:picMkLst>
            <pc:docMk/>
            <pc:sldMk cId="2918716934" sldId="466"/>
            <ac:picMk id="8" creationId="{6969528C-F144-2229-A0B1-4939B8A96B20}"/>
          </ac:picMkLst>
        </pc:picChg>
        <pc:picChg chg="add mod">
          <ac:chgData name="Jillepalli, Ananth" userId="c67baff2-5b80-4b31-8765-653e91404522" providerId="ADAL" clId="{57776F82-62D0-4C7B-849E-24517F3C801E}" dt="2026-03-31T17:31:52.412" v="12452" actId="1076"/>
          <ac:picMkLst>
            <pc:docMk/>
            <pc:sldMk cId="2918716934" sldId="466"/>
            <ac:picMk id="10" creationId="{D1D91738-3DB3-880D-B3A0-CC652D52F938}"/>
          </ac:picMkLst>
        </pc:picChg>
      </pc:sldChg>
      <pc:sldChg chg="addSp delSp modSp add del mod">
        <pc:chgData name="Jillepalli, Ananth" userId="c67baff2-5b80-4b31-8765-653e91404522" providerId="ADAL" clId="{57776F82-62D0-4C7B-849E-24517F3C801E}" dt="2026-03-31T17:30:47.162" v="12445" actId="47"/>
        <pc:sldMkLst>
          <pc:docMk/>
          <pc:sldMk cId="2504184764" sldId="467"/>
        </pc:sldMkLst>
        <pc:picChg chg="add del mod">
          <ac:chgData name="Jillepalli, Ananth" userId="c67baff2-5b80-4b31-8765-653e91404522" providerId="ADAL" clId="{57776F82-62D0-4C7B-849E-24517F3C801E}" dt="2026-03-31T17:30:43.324" v="12442" actId="478"/>
          <ac:picMkLst>
            <pc:docMk/>
            <pc:sldMk cId="2504184764" sldId="467"/>
            <ac:picMk id="3" creationId="{77A30F31-65BD-8FE6-6D3A-5B4524E3361D}"/>
          </ac:picMkLst>
        </pc:picChg>
        <pc:picChg chg="add del mod">
          <ac:chgData name="Jillepalli, Ananth" userId="c67baff2-5b80-4b31-8765-653e91404522" providerId="ADAL" clId="{57776F82-62D0-4C7B-849E-24517F3C801E}" dt="2026-03-31T17:30:44.803" v="12444" actId="478"/>
          <ac:picMkLst>
            <pc:docMk/>
            <pc:sldMk cId="2504184764" sldId="467"/>
            <ac:picMk id="6" creationId="{91853146-865C-70C0-549B-79457A0A3C50}"/>
          </ac:picMkLst>
        </pc:picChg>
        <pc:picChg chg="add del mod">
          <ac:chgData name="Jillepalli, Ananth" userId="c67baff2-5b80-4b31-8765-653e91404522" providerId="ADAL" clId="{57776F82-62D0-4C7B-849E-24517F3C801E}" dt="2026-03-31T17:30:44.004" v="12443" actId="478"/>
          <ac:picMkLst>
            <pc:docMk/>
            <pc:sldMk cId="2504184764" sldId="467"/>
            <ac:picMk id="7" creationId="{A1CE9FF2-0195-9F15-C593-323767C02067}"/>
          </ac:picMkLst>
        </pc:picChg>
      </pc:sldChg>
      <pc:sldChg chg="modSp add mod">
        <pc:chgData name="Jillepalli, Ananth" userId="c67baff2-5b80-4b31-8765-653e91404522" providerId="ADAL" clId="{57776F82-62D0-4C7B-849E-24517F3C801E}" dt="2026-03-31T17:06:25.033" v="12276" actId="20577"/>
        <pc:sldMkLst>
          <pc:docMk/>
          <pc:sldMk cId="2204332655" sldId="468"/>
        </pc:sldMkLst>
        <pc:spChg chg="mod">
          <ac:chgData name="Jillepalli, Ananth" userId="c67baff2-5b80-4b31-8765-653e91404522" providerId="ADAL" clId="{57776F82-62D0-4C7B-849E-24517F3C801E}" dt="2026-03-31T17:06:25.033" v="12276" actId="20577"/>
          <ac:spMkLst>
            <pc:docMk/>
            <pc:sldMk cId="2204332655" sldId="468"/>
            <ac:spMk id="11267" creationId="{51A61DB9-7AC1-AF43-273E-207792707714}"/>
          </ac:spMkLst>
        </pc:spChg>
      </pc:sldChg>
      <pc:sldChg chg="addSp delSp modSp add mod ord">
        <pc:chgData name="Jillepalli, Ananth" userId="c67baff2-5b80-4b31-8765-653e91404522" providerId="ADAL" clId="{57776F82-62D0-4C7B-849E-24517F3C801E}" dt="2026-03-31T17:04:39.210" v="12111"/>
        <pc:sldMkLst>
          <pc:docMk/>
          <pc:sldMk cId="1266975014" sldId="469"/>
        </pc:sldMkLst>
        <pc:spChg chg="mod">
          <ac:chgData name="Jillepalli, Ananth" userId="c67baff2-5b80-4b31-8765-653e91404522" providerId="ADAL" clId="{57776F82-62D0-4C7B-849E-24517F3C801E}" dt="2026-03-31T16:15:09.473" v="10261" actId="20577"/>
          <ac:spMkLst>
            <pc:docMk/>
            <pc:sldMk cId="1266975014" sldId="469"/>
            <ac:spMk id="11266" creationId="{E18DB65D-7A96-F1E0-D45D-1408E794532C}"/>
          </ac:spMkLst>
        </pc:spChg>
        <pc:spChg chg="mod">
          <ac:chgData name="Jillepalli, Ananth" userId="c67baff2-5b80-4b31-8765-653e91404522" providerId="ADAL" clId="{57776F82-62D0-4C7B-849E-24517F3C801E}" dt="2026-03-31T16:17:55.506" v="10450" actId="20577"/>
          <ac:spMkLst>
            <pc:docMk/>
            <pc:sldMk cId="1266975014" sldId="469"/>
            <ac:spMk id="11267" creationId="{42974246-AAF4-6EF2-8D5C-1A84C9C8C85A}"/>
          </ac:spMkLst>
        </pc:spChg>
        <pc:picChg chg="add del mod">
          <ac:chgData name="Jillepalli, Ananth" userId="c67baff2-5b80-4b31-8765-653e91404522" providerId="ADAL" clId="{57776F82-62D0-4C7B-849E-24517F3C801E}" dt="2026-03-31T16:18:52.219" v="10452" actId="478"/>
          <ac:picMkLst>
            <pc:docMk/>
            <pc:sldMk cId="1266975014" sldId="469"/>
            <ac:picMk id="2050" creationId="{531A6268-30A1-559E-FC9C-652378289AD1}"/>
          </ac:picMkLst>
        </pc:picChg>
        <pc:picChg chg="add mod">
          <ac:chgData name="Jillepalli, Ananth" userId="c67baff2-5b80-4b31-8765-653e91404522" providerId="ADAL" clId="{57776F82-62D0-4C7B-849E-24517F3C801E}" dt="2026-03-31T16:19:08.939" v="10456" actId="1076"/>
          <ac:picMkLst>
            <pc:docMk/>
            <pc:sldMk cId="1266975014" sldId="469"/>
            <ac:picMk id="2052" creationId="{E207B3A2-119B-AE8E-A581-55EED57F95A0}"/>
          </ac:picMkLst>
        </pc:picChg>
      </pc:sldChg>
      <pc:sldChg chg="modSp add mod ord">
        <pc:chgData name="Jillepalli, Ananth" userId="c67baff2-5b80-4b31-8765-653e91404522" providerId="ADAL" clId="{57776F82-62D0-4C7B-849E-24517F3C801E}" dt="2026-03-31T16:30:07.951" v="11223" actId="20577"/>
        <pc:sldMkLst>
          <pc:docMk/>
          <pc:sldMk cId="3340935037" sldId="470"/>
        </pc:sldMkLst>
        <pc:spChg chg="mod">
          <ac:chgData name="Jillepalli, Ananth" userId="c67baff2-5b80-4b31-8765-653e91404522" providerId="ADAL" clId="{57776F82-62D0-4C7B-849E-24517F3C801E}" dt="2026-03-31T16:19:36.452" v="10479" actId="20577"/>
          <ac:spMkLst>
            <pc:docMk/>
            <pc:sldMk cId="3340935037" sldId="470"/>
            <ac:spMk id="11266" creationId="{01C42CF8-6748-A4BC-3271-05DCC1A2A898}"/>
          </ac:spMkLst>
        </pc:spChg>
        <pc:spChg chg="mod">
          <ac:chgData name="Jillepalli, Ananth" userId="c67baff2-5b80-4b31-8765-653e91404522" providerId="ADAL" clId="{57776F82-62D0-4C7B-849E-24517F3C801E}" dt="2026-03-31T16:30:07.951" v="11223" actId="20577"/>
          <ac:spMkLst>
            <pc:docMk/>
            <pc:sldMk cId="3340935037" sldId="470"/>
            <ac:spMk id="11267" creationId="{1CB16D8F-66A4-40FA-DFA9-82EB686D622C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3-31T16:38:58.268" v="11464" actId="20577"/>
        <pc:sldMkLst>
          <pc:docMk/>
          <pc:sldMk cId="2705968491" sldId="471"/>
        </pc:sldMkLst>
        <pc:spChg chg="add del">
          <ac:chgData name="Jillepalli, Ananth" userId="c67baff2-5b80-4b31-8765-653e91404522" providerId="ADAL" clId="{57776F82-62D0-4C7B-849E-24517F3C801E}" dt="2026-03-31T16:31:57.412" v="11250" actId="22"/>
          <ac:spMkLst>
            <pc:docMk/>
            <pc:sldMk cId="2705968491" sldId="471"/>
            <ac:spMk id="3" creationId="{A0663B5F-0BF4-E0FF-25B6-1D4A71E9519E}"/>
          </ac:spMkLst>
        </pc:spChg>
        <pc:spChg chg="add mod">
          <ac:chgData name="Jillepalli, Ananth" userId="c67baff2-5b80-4b31-8765-653e91404522" providerId="ADAL" clId="{57776F82-62D0-4C7B-849E-24517F3C801E}" dt="2026-03-31T16:34:48.459" v="11375" actId="20577"/>
          <ac:spMkLst>
            <pc:docMk/>
            <pc:sldMk cId="2705968491" sldId="471"/>
            <ac:spMk id="4" creationId="{8609A2BE-54DF-F344-D583-173D043F7000}"/>
          </ac:spMkLst>
        </pc:spChg>
        <pc:spChg chg="mod">
          <ac:chgData name="Jillepalli, Ananth" userId="c67baff2-5b80-4b31-8765-653e91404522" providerId="ADAL" clId="{57776F82-62D0-4C7B-849E-24517F3C801E}" dt="2026-03-31T16:38:58.268" v="11464" actId="20577"/>
          <ac:spMkLst>
            <pc:docMk/>
            <pc:sldMk cId="2705968491" sldId="471"/>
            <ac:spMk id="11266" creationId="{ED6AE702-7893-C954-ED34-33F72110233A}"/>
          </ac:spMkLst>
        </pc:spChg>
        <pc:spChg chg="mod">
          <ac:chgData name="Jillepalli, Ananth" userId="c67baff2-5b80-4b31-8765-653e91404522" providerId="ADAL" clId="{57776F82-62D0-4C7B-849E-24517F3C801E}" dt="2026-03-31T16:33:23.077" v="11309" actId="20577"/>
          <ac:spMkLst>
            <pc:docMk/>
            <pc:sldMk cId="2705968491" sldId="471"/>
            <ac:spMk id="11267" creationId="{46D9F4FC-3787-B8F3-D7A7-CF76E8F45B0D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3-31T16:44:16.679" v="11581" actId="20577"/>
        <pc:sldMkLst>
          <pc:docMk/>
          <pc:sldMk cId="36957038" sldId="472"/>
        </pc:sldMkLst>
        <pc:spChg chg="add del">
          <ac:chgData name="Jillepalli, Ananth" userId="c67baff2-5b80-4b31-8765-653e91404522" providerId="ADAL" clId="{57776F82-62D0-4C7B-849E-24517F3C801E}" dt="2026-03-31T16:36:44.738" v="11408" actId="22"/>
          <ac:spMkLst>
            <pc:docMk/>
            <pc:sldMk cId="36957038" sldId="472"/>
            <ac:spMk id="3" creationId="{CB61A79E-CBE1-A9E5-EB4D-68C5FD41348E}"/>
          </ac:spMkLst>
        </pc:spChg>
        <pc:spChg chg="mod">
          <ac:chgData name="Jillepalli, Ananth" userId="c67baff2-5b80-4b31-8765-653e91404522" providerId="ADAL" clId="{57776F82-62D0-4C7B-849E-24517F3C801E}" dt="2026-03-31T16:44:16.679" v="11581" actId="20577"/>
          <ac:spMkLst>
            <pc:docMk/>
            <pc:sldMk cId="36957038" sldId="472"/>
            <ac:spMk id="4" creationId="{0F8F9EF6-526F-E7B8-3956-74E41EFBDC97}"/>
          </ac:spMkLst>
        </pc:spChg>
        <pc:spChg chg="add mod">
          <ac:chgData name="Jillepalli, Ananth" userId="c67baff2-5b80-4b31-8765-653e91404522" providerId="ADAL" clId="{57776F82-62D0-4C7B-849E-24517F3C801E}" dt="2026-03-31T16:41:08.687" v="11518" actId="20577"/>
          <ac:spMkLst>
            <pc:docMk/>
            <pc:sldMk cId="36957038" sldId="472"/>
            <ac:spMk id="6" creationId="{4C972807-6AEC-AE73-3955-CB5603CB339F}"/>
          </ac:spMkLst>
        </pc:spChg>
        <pc:spChg chg="add mod">
          <ac:chgData name="Jillepalli, Ananth" userId="c67baff2-5b80-4b31-8765-653e91404522" providerId="ADAL" clId="{57776F82-62D0-4C7B-849E-24517F3C801E}" dt="2026-03-31T16:41:03.021" v="11514" actId="20577"/>
          <ac:spMkLst>
            <pc:docMk/>
            <pc:sldMk cId="36957038" sldId="472"/>
            <ac:spMk id="8" creationId="{A8560BD8-9039-A44B-8211-62A78269B6F0}"/>
          </ac:spMkLst>
        </pc:spChg>
        <pc:spChg chg="mod">
          <ac:chgData name="Jillepalli, Ananth" userId="c67baff2-5b80-4b31-8765-653e91404522" providerId="ADAL" clId="{57776F82-62D0-4C7B-849E-24517F3C801E}" dt="2026-03-31T16:38:53.702" v="11463" actId="20577"/>
          <ac:spMkLst>
            <pc:docMk/>
            <pc:sldMk cId="36957038" sldId="472"/>
            <ac:spMk id="11266" creationId="{4DEE9694-D0F5-9B45-9024-E556DA2A775E}"/>
          </ac:spMkLst>
        </pc:spChg>
        <pc:spChg chg="mod">
          <ac:chgData name="Jillepalli, Ananth" userId="c67baff2-5b80-4b31-8765-653e91404522" providerId="ADAL" clId="{57776F82-62D0-4C7B-849E-24517F3C801E}" dt="2026-03-31T16:41:24.954" v="11543" actId="20577"/>
          <ac:spMkLst>
            <pc:docMk/>
            <pc:sldMk cId="36957038" sldId="472"/>
            <ac:spMk id="11267" creationId="{D49BBA03-A697-648E-9FD6-9ABBAE135E41}"/>
          </ac:spMkLst>
        </pc:spChg>
      </pc:sldChg>
      <pc:sldChg chg="modSp add mod ord">
        <pc:chgData name="Jillepalli, Ananth" userId="c67baff2-5b80-4b31-8765-653e91404522" providerId="ADAL" clId="{57776F82-62D0-4C7B-849E-24517F3C801E}" dt="2026-03-31T16:50:09.573" v="12076" actId="2711"/>
        <pc:sldMkLst>
          <pc:docMk/>
          <pc:sldMk cId="3185113967" sldId="473"/>
        </pc:sldMkLst>
        <pc:spChg chg="mod">
          <ac:chgData name="Jillepalli, Ananth" userId="c67baff2-5b80-4b31-8765-653e91404522" providerId="ADAL" clId="{57776F82-62D0-4C7B-849E-24517F3C801E}" dt="2026-03-31T16:45:52.650" v="11648" actId="20577"/>
          <ac:spMkLst>
            <pc:docMk/>
            <pc:sldMk cId="3185113967" sldId="473"/>
            <ac:spMk id="11266" creationId="{3D8837C9-5AC9-B857-173D-2DF4E9542D4A}"/>
          </ac:spMkLst>
        </pc:spChg>
        <pc:spChg chg="mod">
          <ac:chgData name="Jillepalli, Ananth" userId="c67baff2-5b80-4b31-8765-653e91404522" providerId="ADAL" clId="{57776F82-62D0-4C7B-849E-24517F3C801E}" dt="2026-03-31T16:50:09.573" v="12076" actId="2711"/>
          <ac:spMkLst>
            <pc:docMk/>
            <pc:sldMk cId="3185113967" sldId="473"/>
            <ac:spMk id="11267" creationId="{7928D592-766C-1D69-030F-3B738191D291}"/>
          </ac:spMkLst>
        </pc:spChg>
      </pc:sldChg>
      <pc:sldChg chg="addSp delSp modSp add mod ord">
        <pc:chgData name="Jillepalli, Ananth" userId="c67baff2-5b80-4b31-8765-653e91404522" providerId="ADAL" clId="{57776F82-62D0-4C7B-849E-24517F3C801E}" dt="2026-03-31T17:32:17.445" v="12458" actId="1076"/>
        <pc:sldMkLst>
          <pc:docMk/>
          <pc:sldMk cId="1084657297" sldId="474"/>
        </pc:sldMkLst>
        <pc:picChg chg="add mod">
          <ac:chgData name="Jillepalli, Ananth" userId="c67baff2-5b80-4b31-8765-653e91404522" providerId="ADAL" clId="{57776F82-62D0-4C7B-849E-24517F3C801E}" dt="2026-03-31T17:32:17.445" v="12458" actId="1076"/>
          <ac:picMkLst>
            <pc:docMk/>
            <pc:sldMk cId="1084657297" sldId="474"/>
            <ac:picMk id="3" creationId="{CC10F6E0-1BF3-548F-412A-C03F8BE15708}"/>
          </ac:picMkLst>
        </pc:picChg>
        <pc:picChg chg="del">
          <ac:chgData name="Jillepalli, Ananth" userId="c67baff2-5b80-4b31-8765-653e91404522" providerId="ADAL" clId="{57776F82-62D0-4C7B-849E-24517F3C801E}" dt="2026-03-31T17:32:13.454" v="12456" actId="478"/>
          <ac:picMkLst>
            <pc:docMk/>
            <pc:sldMk cId="1084657297" sldId="474"/>
            <ac:picMk id="4" creationId="{E420FAE4-3614-24B2-C5C1-D5B862B48A7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2E55EB8C-4BA0-3093-4913-A42FECD98D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437673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0929927-EA3C-493A-3C60-76BACC886D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277225" y="0"/>
            <a:ext cx="101758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algn="r"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24884E47-7DB6-4343-9F82-317D0C7F0650}" type="datetime1">
              <a:rPr lang="en-US"/>
              <a:pPr>
                <a:defRPr/>
              </a:pPr>
              <a:t>3/31/2026</a:t>
            </a:fld>
            <a:endParaRPr lang="en-US" dirty="0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847A8861-4518-35C5-65CC-BBC58DD3235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Template-WSU Hrz 201.ppt</a:t>
            </a: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EAE92078-F180-87FB-79E5-E603A876370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/>
            </a:lvl1pPr>
          </a:lstStyle>
          <a:p>
            <a:pPr>
              <a:defRPr/>
            </a:pPr>
            <a:fld id="{DE5A1CFF-2508-4AFD-ACA7-63F77EF600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3DB627-B372-E698-9025-4A13FB04286F}"/>
              </a:ext>
            </a:extLst>
          </p:cNvPr>
          <p:cNvSpPr txBox="1"/>
          <p:nvPr/>
        </p:nvSpPr>
        <p:spPr>
          <a:xfrm>
            <a:off x="0" y="7938"/>
            <a:ext cx="3757613" cy="277812"/>
          </a:xfrm>
          <a:prstGeom prst="rect">
            <a:avLst/>
          </a:prstGeom>
          <a:noFill/>
        </p:spPr>
        <p:txBody>
          <a:bodyPr lIns="91650" tIns="45825" rIns="91650" bIns="45825">
            <a:spAutoFit/>
          </a:bodyPr>
          <a:lstStyle/>
          <a:p>
            <a:pPr eaLnBrk="1" hangingPunct="1">
              <a:defRPr/>
            </a:pPr>
            <a:r>
              <a:rPr lang="en-US" sz="1200" spc="3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WASHINGTON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23E916F-4BFC-2B9F-F000-85102358C4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C92DD2C-59D2-218E-FC89-7A8D46485A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5738" y="0"/>
            <a:ext cx="402907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algn="r"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36069E0-7E16-4FAA-AC8B-617813B7604C}" type="datetime1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F1F62B4-57E7-83FB-D162-13FB338BC8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14575" y="527050"/>
            <a:ext cx="46736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5987317F-F75D-2AD8-4CB4-4F0BCF6EC2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3330575"/>
            <a:ext cx="743585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38935F0E-6C88-2053-5D01-76C3991EBFF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Template-WSU Hrz 201.ppt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EF0CECB4-E4B6-E67D-7F59-8078D20B36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/>
            </a:lvl1pPr>
          </a:lstStyle>
          <a:p>
            <a:pPr>
              <a:defRPr/>
            </a:pPr>
            <a:fld id="{D8DFC577-C5B5-4B14-8AED-9418932328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9854339C-D865-7D46-2130-03ADA5C44C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99C4EF-4B26-4AB9-A608-E422A9730845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6147" name="Rectangle 6">
            <a:extLst>
              <a:ext uri="{FF2B5EF4-FFF2-40B4-BE49-F238E27FC236}">
                <a16:creationId xmlns:a16="http://schemas.microsoft.com/office/drawing/2014/main" id="{2D21740E-FC18-2F78-7768-590698C96CA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6148" name="Rectangle 7">
            <a:extLst>
              <a:ext uri="{FF2B5EF4-FFF2-40B4-BE49-F238E27FC236}">
                <a16:creationId xmlns:a16="http://schemas.microsoft.com/office/drawing/2014/main" id="{2D57F57B-42BD-FCAF-5B88-56B5B293EA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5BAD32-3B45-43C8-91A0-72218080FAEC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8983B864-8301-4AF2-8325-35AFC8FB72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83F6E691-582D-74BA-7D95-D64442751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5B17F82B-C789-639B-E70D-A489D3AC56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E0294A56-256E-E6B6-6209-F588E8A7E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Date Placeholder 3">
            <a:extLst>
              <a:ext uri="{FF2B5EF4-FFF2-40B4-BE49-F238E27FC236}">
                <a16:creationId xmlns:a16="http://schemas.microsoft.com/office/drawing/2014/main" id="{9F45FF9F-8C9C-7C62-DD08-602983EC53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5B97B4-7EC0-45CC-B7B4-E13C063B4C69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8197" name="Footer Placeholder 4">
            <a:extLst>
              <a:ext uri="{FF2B5EF4-FFF2-40B4-BE49-F238E27FC236}">
                <a16:creationId xmlns:a16="http://schemas.microsoft.com/office/drawing/2014/main" id="{155DE90A-7639-C612-1CDE-3F5EE1387E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8198" name="Slide Number Placeholder 5">
            <a:extLst>
              <a:ext uri="{FF2B5EF4-FFF2-40B4-BE49-F238E27FC236}">
                <a16:creationId xmlns:a16="http://schemas.microsoft.com/office/drawing/2014/main" id="{B38EA5BD-F5D3-06CD-96D7-06E57B999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F44302-2AC4-4667-86A7-AEBE80DC6A79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A000-B400-D332-7CF9-8045B425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D0546D3-6926-FBCA-9764-8BDADAF2B7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61B3B9D-BE98-8376-15AE-94C1CCE10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554B4D9C-3E39-F144-501C-07B178A7FF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B4B867BD-96A7-FFD7-8B68-06EFAAC530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898BADCF-F27E-E32B-55B4-BAACF0BA2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819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2F4C-6C24-031A-E33D-4B23F912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26AADF2-3849-070E-DE98-E3AA565CB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405D91A-2D86-FDE0-81D7-56C81E8C8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83E8B099-BB5D-74CD-E2FC-5279C6D428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9B710CFB-222E-5081-B62B-48F3208B8F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AE5C64A3-4EBC-1FD1-02BA-FD3A92C53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274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23280-7536-E434-F128-82341383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67CF005-6EA7-6584-041B-8F1378BD25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CD532BB-DBED-6895-A4BE-B2852322B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5FBA72C5-139A-B6C3-CC1B-04FB5762CB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B4D6813A-A0A4-5A56-96C7-7E533D513D5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F360B678-CFF0-9534-54A2-99949F1EA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0870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ECF1F-44B9-F833-A962-79D114A08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A83595B-4919-4548-7736-C43614905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271AC39-E8A0-AE85-306B-8FEE7A05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2891FAD2-9E73-3A5F-11BB-A3C83FF95D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CAD88E19-07B7-CC38-F4D4-FC3E0EB9EA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5F5634F2-8800-FC94-87F2-5D3A74DC5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9281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DB60-8BBD-068D-372F-032E7601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4825062-193C-DA1F-F60B-2A992D771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1D53EEC-2F6E-990A-A15C-71B04B210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F770DF8C-9CC3-455B-CDFE-1265104525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7DB25A3D-84AA-7B59-5522-812D390BD1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3A6C4B5B-D21C-35BD-A6C9-89145B7DB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6804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8D0DB-2DBD-9783-D751-EA047D61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31362FD-70E2-D065-EFFF-731849D722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9834BB9-AEA3-1F18-E25E-E63380B12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2EE51F22-6E2F-66BC-53AD-D203D253F3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38DF1B01-A385-7B91-5F54-B998A1A31C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EDC02C4A-C218-7465-573C-800A3E6B2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1337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97F6-9AA1-E312-718C-6793F2F55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0AC9D3FD-B154-C73F-BE81-A067BA027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C8C69C8-1385-6292-2B3D-B425B58D0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67D4EB41-91CB-8BF1-A1FC-A919C2E34A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017CCB4E-EFAE-168B-68DC-18A1189DEC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13458193-2925-8AE7-6104-635FF6B7B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568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2F6E8-8CEF-24AA-EE2C-1D3165D3D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E0690EF8-B9E3-E4A0-FFDA-0AC09D16C7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974AA8B4-F2BC-9361-0D96-BC6808D1F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3D7F4E7A-900C-B852-4B0B-860C6EACC4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78F43A42-0B5A-2DB0-6D11-D5707FCB54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79CD7585-40BB-D39F-5606-3CA947EDD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721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0DB3C-43DF-22D2-174C-D3ED2A63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FB289C63-9FE3-5D28-873B-DC22C9A914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8A58D9D6-A7F4-44CA-8A19-543A4C001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1B1A6C44-32FC-0FF2-6006-C2BAD81B3B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F4E1ABEC-E276-79D7-BEC6-389283EE99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2A2A10A3-29E3-5159-070B-515E54DFC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8770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509A-6BC2-FD47-495B-21C71455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914F208A-9A88-BB33-88EB-EE6F9543ED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9CCF768-CE7A-04AA-67CD-D50B29284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8583F21F-2A5B-797A-80FC-114F50F151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E760CD80-9010-3D06-A8EE-879C2107E8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A1E5ADBC-D8D1-1A77-48A9-F441E60D6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429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9F6C-A43E-18C7-0C97-3FD24B1B2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8879CFC1-9187-C844-34C1-7A5C058BCD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CF5F1834-8AE4-4B8F-BC63-16E98C301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40539BC9-EA2C-79BD-49D3-5E6DD07D2B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6C846C70-7379-7F0F-5005-8E901D3789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EE251019-461F-3CBB-DE4E-F029049C2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0740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6987-7985-0137-1DB7-C34D2CC7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1685EE8-8F79-BD94-B680-C295FF862D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ABEB0EB2-63E0-7E6D-766B-69C59D897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626AE0E8-B320-1361-0D65-1144272DAD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3/31/2026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646178AB-7823-6356-7508-C0BAC69C80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1B63D5AA-49EB-CBC7-E4AF-4D502257D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3467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CE71815F-FC16-9D4D-7389-42F293464A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8"/>
          <a:stretch>
            <a:fillRect/>
          </a:stretch>
        </p:blipFill>
        <p:spPr bwMode="auto">
          <a:xfrm>
            <a:off x="0" y="0"/>
            <a:ext cx="91440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752EDE-327A-26E8-A3B8-9ADE26C8A8E9}"/>
              </a:ext>
            </a:extLst>
          </p:cNvPr>
          <p:cNvSpPr/>
          <p:nvPr userDrawn="1"/>
        </p:nvSpPr>
        <p:spPr bwMode="gray">
          <a:xfrm flipH="1">
            <a:off x="0" y="715963"/>
            <a:ext cx="9144000" cy="60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 bwMode="invGray">
          <a:xfrm>
            <a:off x="716337" y="1688141"/>
            <a:ext cx="7711326" cy="424732"/>
          </a:xfrm>
        </p:spPr>
        <p:txBody>
          <a:bodyPr anchorCtr="0"/>
          <a:lstStyle>
            <a:lvl1pPr algn="ctr">
              <a:defRPr sz="2400"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idx="1"/>
          </p:nvPr>
        </p:nvSpPr>
        <p:spPr bwMode="invGray">
          <a:xfrm>
            <a:off x="716337" y="2268933"/>
            <a:ext cx="7711327" cy="430887"/>
          </a:xfrm>
        </p:spPr>
        <p:txBody>
          <a:bodyPr rIns="0" anchorCtr="0"/>
          <a:lstStyle>
            <a:lvl1pPr marL="0" indent="0" algn="ctr">
              <a:buFont typeface="Arial" pitchFamily="34" charset="0"/>
              <a:buNone/>
              <a:defRPr sz="22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00ABC456-C636-BD72-E5C4-EDCF89B2E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84188" y="4786313"/>
            <a:ext cx="1550987" cy="357187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1D575A82-42E1-2C9E-1B7E-7B18200DED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066925" y="4786313"/>
            <a:ext cx="6100763" cy="357187"/>
          </a:xfrm>
        </p:spPr>
        <p:txBody>
          <a:bodyPr anchorCtr="1"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26A5F79-FC81-FE42-28E5-39C755588C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69275" y="4786313"/>
            <a:ext cx="974725" cy="3571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4DAA91-6502-4D77-A099-6F0DC12D24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44769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369" y="1185926"/>
            <a:ext cx="8427263" cy="424732"/>
          </a:xfrm>
        </p:spPr>
        <p:txBody>
          <a:bodyPr/>
          <a:lstStyle>
            <a:lvl1pPr>
              <a:defRPr sz="2400">
                <a:latin typeface="Lucida Sans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15362"/>
            <a:ext cx="7772400" cy="1659429"/>
          </a:xfrm>
        </p:spPr>
        <p:txBody>
          <a:bodyPr lIns="457200" rIns="457200"/>
          <a:lstStyle>
            <a:lvl1pPr marL="344488" indent="-179388">
              <a:spcBef>
                <a:spcPts val="1200"/>
              </a:spcBef>
              <a:buSzPct val="100000"/>
              <a:buFont typeface="Arial" pitchFamily="34" charset="0"/>
              <a:buChar char="•"/>
              <a:defRPr sz="2000" b="0"/>
            </a:lvl1pPr>
            <a:lvl2pPr marL="509588" indent="-165100">
              <a:spcBef>
                <a:spcPts val="400"/>
              </a:spcBef>
              <a:buSzPct val="75000"/>
              <a:buFont typeface="Lucida Sans" panose="020B0602030504020204" pitchFamily="34" charset="0"/>
              <a:buChar char="–"/>
              <a:defRPr sz="2000"/>
            </a:lvl2pPr>
            <a:lvl3pPr marL="795337" indent="-219456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defRPr sz="1600"/>
            </a:lvl3pPr>
            <a:lvl4pPr marL="914400" indent="-165100">
              <a:spcBef>
                <a:spcPts val="400"/>
              </a:spcBef>
              <a:buSzPct val="100000"/>
              <a:buFont typeface="Lucida Sans" panose="020B0602030504020204" pitchFamily="34" charset="0"/>
              <a:buChar char="–"/>
              <a:defRPr sz="1600"/>
            </a:lvl4pPr>
            <a:lvl5pPr marL="1079500" indent="-165100">
              <a:spcBef>
                <a:spcPts val="400"/>
              </a:spcBef>
              <a:buSzPct val="100000"/>
              <a:buFont typeface="Arial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52E0F8-37A4-67A0-11C9-51188300985E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2F2384-78EA-3D4F-A6CB-714B1B3B9809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3BD260-62A7-9394-5019-36F553AC6003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2CE9E-6ED9-41A1-85E0-D3AE8AB77D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5219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45889" y="763120"/>
            <a:ext cx="8652222" cy="461665"/>
          </a:xfrm>
        </p:spPr>
        <p:txBody>
          <a:bodyPr/>
          <a:lstStyle>
            <a:lvl1pPr algn="ctr">
              <a:lnSpc>
                <a:spcPct val="100000"/>
              </a:lnSpc>
              <a:defRPr sz="2400"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45889" y="1252166"/>
            <a:ext cx="8652222" cy="430887"/>
          </a:xfrm>
        </p:spPr>
        <p:txBody>
          <a:bodyPr rIns="0"/>
          <a:lstStyle>
            <a:lvl1pPr marL="0" indent="0" algn="ctr">
              <a:buFontTx/>
              <a:buNone/>
              <a:defRPr sz="22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25DC196-BF60-ED9F-FFF6-BD02AB7B31A8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0BDE10D-658F-56AD-C1A8-1411AFAB7A35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E7AE73-A095-C192-CAE7-FA4EA13A1F10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9ED82-0963-4BA9-B4BC-B506917E0B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83834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47" y="1081658"/>
            <a:ext cx="8659907" cy="4247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0388" y="1706842"/>
            <a:ext cx="4002321" cy="2062103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20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107" y="1706842"/>
            <a:ext cx="3969948" cy="2062103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20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16828C-A5C8-E70D-DFFF-33952D9C5B6D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25DC74-640A-FD49-A232-9481C4F2CDA4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9EFA46-AC1E-7142-B611-80E89E92C21B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123E5-9C5F-4811-A8CC-08B631D25D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22407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12677"/>
            <a:ext cx="86868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882" y="1532739"/>
            <a:ext cx="4040188" cy="36933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881" y="1966113"/>
            <a:ext cx="4040188" cy="1338828"/>
          </a:xfrm>
        </p:spPr>
        <p:txBody>
          <a:bodyPr/>
          <a:lstStyle>
            <a:lvl1pPr>
              <a:defRPr lang="en-US" sz="18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4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708" y="1532739"/>
            <a:ext cx="4041775" cy="36933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707" y="1966113"/>
            <a:ext cx="4041775" cy="1338828"/>
          </a:xfrm>
        </p:spPr>
        <p:txBody>
          <a:bodyPr/>
          <a:lstStyle>
            <a:lvl1pPr>
              <a:defRPr lang="en-US" sz="18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4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FB3FED-4B9F-EFB5-A573-AA60CA5FDD7F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419A787-3E04-9171-E59A-81EF56BEB5C3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C12820-F4B8-CBB7-8EEB-F015FFDAFEEB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9D1E2-F37F-4AEB-B456-944B032026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50621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46" y="1496186"/>
            <a:ext cx="7558509" cy="4247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7555418-7852-8C7F-10A2-41328B2E2CF1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003BCE-1C74-458A-1596-6A3186622731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26BCA4-F463-FDEB-F019-3BD45D1088BC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52318-FDAA-4C7C-9A39-C09C50EE97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5996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67F377-710D-68BC-381A-3E2AA0BC32C3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53292E0-D0C6-CE97-165A-CE12F2A96CCB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BF53D5-CBA9-5CCC-FCCC-888301716DD7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D31AF-C1EE-4681-8B14-4128AC01EE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04321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974922"/>
            <a:ext cx="5486400" cy="369332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4916"/>
            <a:ext cx="54864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00101"/>
            <a:ext cx="54864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CA2FA-4C09-34A3-CD68-922E7B278764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17A002-FF68-4734-6718-265A4ACF2022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3BEA51-A63A-E391-F664-B68D1FBBC506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3566F-6618-491F-852F-0B664161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14727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EAEAEA"/>
            </a:gs>
            <a:gs pos="100000">
              <a:schemeClr val="tx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>
            <a:extLst>
              <a:ext uri="{FF2B5EF4-FFF2-40B4-BE49-F238E27FC236}">
                <a16:creationId xmlns:a16="http://schemas.microsoft.com/office/drawing/2014/main" id="{94ECE16C-6D14-E6E0-1353-66BE0DC7F2A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5" b="10880"/>
          <a:stretch>
            <a:fillRect/>
          </a:stretch>
        </p:blipFill>
        <p:spPr bwMode="auto">
          <a:xfrm>
            <a:off x="0" y="0"/>
            <a:ext cx="91440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0" descr="C:\Users\vboydo\Documents\0 val work\0 Active Jobs\2692 BRAND ppt templates 2014\shield on blk.tif">
            <a:extLst>
              <a:ext uri="{FF2B5EF4-FFF2-40B4-BE49-F238E27FC236}">
                <a16:creationId xmlns:a16="http://schemas.microsoft.com/office/drawing/2014/main" id="{54FD1BC6-0872-DBEC-2DE9-728DC44CB6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4" t="35599" r="17880" b="33191"/>
          <a:stretch>
            <a:fillRect/>
          </a:stretch>
        </p:blipFill>
        <p:spPr bwMode="auto">
          <a:xfrm>
            <a:off x="0" y="0"/>
            <a:ext cx="593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>
            <a:extLst>
              <a:ext uri="{FF2B5EF4-FFF2-40B4-BE49-F238E27FC236}">
                <a16:creationId xmlns:a16="http://schemas.microsoft.com/office/drawing/2014/main" id="{05C92106-648C-0B50-B80F-034695F87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black">
          <a:xfrm>
            <a:off x="914400" y="1724025"/>
            <a:ext cx="7315200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1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31D8E3AD-6BAE-55EF-19E2-B3156180A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242888" y="1057275"/>
            <a:ext cx="865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457200" bIns="45720" numCol="1" anchor="b" anchorCtr="1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AEC028D-1975-F453-5553-C81DD3C11497}"/>
              </a:ext>
            </a:extLst>
          </p:cNvPr>
          <p:cNvSpPr>
            <a:spLocks noGrp="1" noChangeArrowheads="1"/>
          </p:cNvSpPr>
          <p:nvPr userDrawn="1">
            <p:ph type="dt" sz="half" idx="2"/>
          </p:nvPr>
        </p:nvSpPr>
        <p:spPr bwMode="black">
          <a:xfrm>
            <a:off x="484188" y="4829175"/>
            <a:ext cx="1252537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DCC4B4-2BF8-CAFF-4ECB-874CF74B8078}"/>
              </a:ext>
            </a:extLst>
          </p:cNvPr>
          <p:cNvSpPr>
            <a:spLocks noGrp="1" noChangeArrowheads="1"/>
          </p:cNvSpPr>
          <p:nvPr userDrawn="1">
            <p:ph type="ftr" sz="quarter" idx="3"/>
          </p:nvPr>
        </p:nvSpPr>
        <p:spPr bwMode="black">
          <a:xfrm>
            <a:off x="1736725" y="4829175"/>
            <a:ext cx="615315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1B2FE86-2751-81A4-0406-0260308081AB}"/>
              </a:ext>
            </a:extLst>
          </p:cNvPr>
          <p:cNvSpPr>
            <a:spLocks noGrp="1" noChangeArrowheads="1"/>
          </p:cNvSpPr>
          <p:nvPr userDrawn="1">
            <p:ph type="sldNum" sz="quarter" idx="4"/>
          </p:nvPr>
        </p:nvSpPr>
        <p:spPr bwMode="black">
          <a:xfrm>
            <a:off x="7899400" y="4829175"/>
            <a:ext cx="1244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4B95D15-B967-46C0-A48A-6BF091E2B0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F6F15-1E87-C5C3-2B47-E64EC43B09E4}"/>
              </a:ext>
            </a:extLst>
          </p:cNvPr>
          <p:cNvSpPr/>
          <p:nvPr userDrawn="1"/>
        </p:nvSpPr>
        <p:spPr bwMode="gray">
          <a:xfrm flipH="1">
            <a:off x="0" y="715963"/>
            <a:ext cx="9144000" cy="60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628" r:id="rId1"/>
    <p:sldLayoutId id="2147484621" r:id="rId2"/>
    <p:sldLayoutId id="2147484622" r:id="rId3"/>
    <p:sldLayoutId id="2147484623" r:id="rId4"/>
    <p:sldLayoutId id="2147484624" r:id="rId5"/>
    <p:sldLayoutId id="2147484625" r:id="rId6"/>
    <p:sldLayoutId id="2147484626" r:id="rId7"/>
    <p:sldLayoutId id="2147484627" r:id="rId8"/>
  </p:sldLayoutIdLst>
  <p:transition/>
  <p:txStyles>
    <p:titleStyle>
      <a:lvl1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  <a:ea typeface="+mj-ea"/>
          <a:cs typeface="+mj-cs"/>
        </a:defRPr>
      </a:lvl1pPr>
      <a:lvl2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2pPr>
      <a:lvl3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3pPr>
      <a:lvl4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4pPr>
      <a:lvl5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9pPr>
    </p:titleStyle>
    <p:bodyStyle>
      <a:lvl1pPr marL="165100" indent="-165100" algn="l" rtl="0" eaLnBrk="0" fontAlgn="base" hangingPunct="0">
        <a:lnSpc>
          <a:spcPts val="2200"/>
        </a:lnSpc>
        <a:spcBef>
          <a:spcPts val="6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2000" dirty="0">
          <a:solidFill>
            <a:schemeClr val="bg2"/>
          </a:solidFill>
          <a:latin typeface="Lucida Sans" pitchFamily="34" charset="0"/>
          <a:ea typeface="+mn-ea"/>
          <a:cs typeface="+mn-cs"/>
        </a:defRPr>
      </a:lvl1pPr>
      <a:lvl2pPr marL="344488" indent="-179388" algn="l" rtl="0" eaLnBrk="0" fontAlgn="base" hangingPunct="0">
        <a:lnSpc>
          <a:spcPts val="2000"/>
        </a:lnSpc>
        <a:spcBef>
          <a:spcPts val="400"/>
        </a:spcBef>
        <a:spcAft>
          <a:spcPct val="0"/>
        </a:spcAft>
        <a:buClr>
          <a:srgbClr val="C60C30"/>
        </a:buClr>
        <a:buSzPct val="100000"/>
        <a:buFont typeface="Lucida Sans" panose="020B0602030504020204" pitchFamily="34" charset="0"/>
        <a:buChar char="–"/>
        <a:defRPr lang="en-US" dirty="0">
          <a:solidFill>
            <a:schemeClr val="bg2"/>
          </a:solidFill>
          <a:latin typeface="Lucida Sans" pitchFamily="34" charset="0"/>
          <a:ea typeface="+mn-ea"/>
          <a:cs typeface="+mn-cs"/>
        </a:defRPr>
      </a:lvl2pPr>
      <a:lvl3pPr marL="509588" indent="-165100" algn="l" rtl="0" eaLnBrk="0" fontAlgn="base" hangingPunct="0">
        <a:lnSpc>
          <a:spcPts val="20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1600" dirty="0">
          <a:solidFill>
            <a:schemeClr val="bg2"/>
          </a:solidFill>
          <a:latin typeface="Lucida Sans" pitchFamily="34" charset="0"/>
          <a:ea typeface="+mn-ea"/>
          <a:cs typeface="+mn-cs"/>
        </a:defRPr>
      </a:lvl3pPr>
      <a:lvl4pPr marL="688975" indent="-179388" algn="l" rtl="0" eaLnBrk="0" fontAlgn="base" hangingPunct="0">
        <a:lnSpc>
          <a:spcPts val="18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Lucida Sans" panose="020B0602030504020204" pitchFamily="34" charset="0"/>
        <a:buChar char="–"/>
        <a:defRPr lang="en-US" sz="1600" dirty="0">
          <a:solidFill>
            <a:schemeClr val="bg2"/>
          </a:solidFill>
          <a:latin typeface="Lucida Sans" pitchFamily="34" charset="0"/>
          <a:ea typeface="+mn-ea"/>
          <a:cs typeface="+mn-cs"/>
        </a:defRPr>
      </a:lvl4pPr>
      <a:lvl5pPr marL="854075" indent="-165100" algn="l" rtl="0" eaLnBrk="0" fontAlgn="base" hangingPunct="0">
        <a:lnSpc>
          <a:spcPts val="16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1400" dirty="0">
          <a:solidFill>
            <a:schemeClr val="bg2"/>
          </a:solidFill>
          <a:latin typeface="Lucida Sans" pitchFamily="34" charset="0"/>
          <a:ea typeface="+mn-ea"/>
          <a:cs typeface="+mn-cs"/>
        </a:defRPr>
      </a:lvl5pPr>
      <a:lvl6pPr marL="11414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6pPr>
      <a:lvl7pPr marL="15986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7pPr>
      <a:lvl8pPr marL="20558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8pPr>
      <a:lvl9pPr marL="25130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n7.org/linux/man-pages/man3/getaddrinfo.3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xample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9">
            <a:extLst>
              <a:ext uri="{FF2B5EF4-FFF2-40B4-BE49-F238E27FC236}">
                <a16:creationId xmlns:a16="http://schemas.microsoft.com/office/drawing/2014/main" id="{FD428B15-092D-292B-2689-117492D361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15963" y="2171700"/>
            <a:ext cx="7712075" cy="400050"/>
          </a:xfrm>
        </p:spPr>
        <p:txBody>
          <a:bodyPr/>
          <a:lstStyle/>
          <a:p>
            <a:r>
              <a:rPr lang="en-US" altLang="en-US"/>
              <a:t>CptS 360</a:t>
            </a:r>
          </a:p>
        </p:txBody>
      </p:sp>
      <p:sp>
        <p:nvSpPr>
          <p:cNvPr id="5123" name="Rectangle 20">
            <a:extLst>
              <a:ext uri="{FF2B5EF4-FFF2-40B4-BE49-F238E27FC236}">
                <a16:creationId xmlns:a16="http://schemas.microsoft.com/office/drawing/2014/main" id="{486AF756-BFA2-DDA1-C6FD-5C6FB83637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15963" y="2571750"/>
            <a:ext cx="7712075" cy="374650"/>
          </a:xfrm>
        </p:spPr>
        <p:txBody>
          <a:bodyPr/>
          <a:lstStyle/>
          <a:p>
            <a:r>
              <a:rPr altLang="en-US" dirty="0"/>
              <a:t>Network Programming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5">
            <a:extLst>
              <a:ext uri="{FF2B5EF4-FFF2-40B4-BE49-F238E27FC236}">
                <a16:creationId xmlns:a16="http://schemas.microsoft.com/office/drawing/2014/main" id="{18FDA59A-CF67-4908-3879-02F7D6C4C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727075"/>
            <a:ext cx="8426450" cy="400050"/>
          </a:xfrm>
        </p:spPr>
        <p:txBody>
          <a:bodyPr/>
          <a:lstStyle/>
          <a:p>
            <a:r>
              <a:rPr lang="en-US" altLang="en-US" dirty="0"/>
              <a:t>Connection from Last Session</a:t>
            </a:r>
          </a:p>
        </p:txBody>
      </p:sp>
      <p:sp>
        <p:nvSpPr>
          <p:cNvPr id="7171" name="TextBox 1">
            <a:extLst>
              <a:ext uri="{FF2B5EF4-FFF2-40B4-BE49-F238E27FC236}">
                <a16:creationId xmlns:a16="http://schemas.microsoft.com/office/drawing/2014/main" id="{5CDB970E-A4FF-28C8-69F6-663008CD0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1071563"/>
            <a:ext cx="868045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System I/O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File descriptors and meta data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Partial I/O and address mapping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Motivation for this session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Sockets? Remote Procedure Calls? Proxies?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Which I/O techniques can we leverage?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Assignments: PA4 (this week), EA2 (next week)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Next Session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Concurrent &amp; Parallel Programming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Yes, they are not the same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272D-7697-6CB4-6DD4-EED61170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EED859B-0097-E4AE-B14C-92CD25E2A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Sockets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60E63C6-1333-C4BF-9BE5-E2FD5A36C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5102"/>
            <a:ext cx="9144000" cy="312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5DCC3F-2BE6-8EAD-34A1-7EE59FEC4C2A}"/>
              </a:ext>
            </a:extLst>
          </p:cNvPr>
          <p:cNvSpPr txBox="1"/>
          <p:nvPr/>
        </p:nvSpPr>
        <p:spPr>
          <a:xfrm>
            <a:off x="245659" y="3959391"/>
            <a:ext cx="87277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 Sockets are endpoints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     N/w is big endian; local machines are little endian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htons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,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ntohs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,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htonl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,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ntohl</a:t>
            </a:r>
            <a:endParaRPr lang="en-US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45060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9453-9638-5117-04BD-663548CA0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F16444FE-8E89-C414-FB90-F15F7C3DC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Sockets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58200176-A7F5-3D1F-D326-E7079E21F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Everything is a file </a:t>
            </a: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 </a:t>
            </a:r>
            <a:r>
              <a:rPr lang="en-US" altLang="en-US" dirty="0">
                <a:solidFill>
                  <a:schemeClr val="bg2"/>
                </a:solidFill>
              </a:rPr>
              <a:t>Sockets are FDs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read-write 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semantics apply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Partial I/O,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EINTR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, … are all applicable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Socket sys calls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Client: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socket()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connect()</a:t>
            </a:r>
            <a:endParaRPr lang="en-US" altLang="en-US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Server: </a:t>
            </a:r>
            <a:r>
              <a:rPr lang="en-US" altLang="en-US" dirty="0">
                <a:solidFill>
                  <a:schemeClr val="bg2"/>
                </a:solidFill>
              </a:rPr>
              <a:t>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socket()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bind()  listen()  accept()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API essentials: </a:t>
            </a:r>
            <a:r>
              <a:rPr lang="pt-BR" dirty="0">
                <a:hlinkClick r:id="rId3"/>
              </a:rPr>
              <a:t>getaddrinfo(3) - Linux manual page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getaddrinfo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(gai)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address resolution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How to convert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hlinkClick r:id="rId4"/>
              </a:rPr>
              <a:t>https://www.example.com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Parameters known as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hints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ai_family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: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address info type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ai_socktype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stream socket or datagram socket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ai_flags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socket identification flags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ai_next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pointer to loop through structs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freeaddrinfo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: deallocate dynamically assigned memory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77547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DD0D-F225-9686-4948-CC9EC75F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E9133C37-2241-0F4F-40D1-6325AEB34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Sockets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51A61DB9-7AC1-AF43-273E-207792707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Blocking sockets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read()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stalls until data arrives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Stalling used via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EINTR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Non-blocking sockets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read()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returns immediately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Data not ready?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EAGAIN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Methods to see which sockets are ready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poll()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and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select()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read(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fd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buf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4096)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Typically returns 1000 bytes unless it hits EOF or stalls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Use loops to accumulate bytes until the expected payload is received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Call 1 might receive 17 bytes, call 2 might get 22 bytes, …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Abruptly disconnecting a socket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EPIPE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: Error return value, usually when an agent disconnects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SIGPIPE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: Signal, usually when an asynchronous interrupt is triggered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33265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2894C-33DF-7F36-6701-C52A2EFB6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3D8837C9-5AC9-B857-173D-2DF4E9542D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Graceful Close and Reuse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7928D592-766C-1D69-030F-3B738191D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Graceful close aka Half-close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shutdown(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fd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SHUT_WR)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Client: “I’m done, closing”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Server: “Ok, close” or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Server: “Wait, I have more”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Useful when request sizes are unknown ahead of time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Enable streaming communication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Reusing socket addresses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Sockets have a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TIME_WAIT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bind()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can be reassigned before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TIME_WAIT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expires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Allows quick rebinding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Avoid open sockets problem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SO_REUSEADDR()</a:t>
            </a:r>
          </a:p>
        </p:txBody>
      </p:sp>
    </p:spTree>
    <p:extLst>
      <p:ext uri="{BB962C8B-B14F-4D97-AF65-F5344CB8AC3E}">
        <p14:creationId xmlns:p14="http://schemas.microsoft.com/office/powerpoint/2010/main" val="318511396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291E-E4FF-D468-0FE8-6F0EE4CDB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E18DB65D-7A96-F1E0-D45D-1408E7945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Proxies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42974246-AAF4-6EF2-8D5C-1A84C9C8C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An intermediary server for clients seeking resources from other servers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Forward proxy: hides the client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Reverse proxy: hides the server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207B3A2-119B-AE8E-A581-55EED57F9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58" y="1624688"/>
            <a:ext cx="8482084" cy="343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97501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A16A-B0B5-1B85-D0D4-94F4C191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01C42CF8-6748-A4BC-3271-05DCC1A2A8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Remote Procedure Calls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1CB16D8F-66A4-40FA-DFA9-82EB686D6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Sockets manually craft HTTP headers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Manage byte orders, parse string buffers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Tedious and error-prone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Typical software engineers do not use manual sockets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Instead use RPCs, REST /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FastAPI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calls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Understanding and being able to use manual socket is a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disntinction</a:t>
            </a:r>
            <a:endParaRPr lang="en-US" altLang="en-US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Separates sys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engrs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from software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engrs</a:t>
            </a:r>
            <a:endParaRPr lang="en-US" altLang="en-US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How to abstract network calls away from network management?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C-compiler can generate “client stubs” that marshals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args</a:t>
            </a:r>
            <a:endParaRPr lang="en-US" altLang="en-US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Args</a:t>
            </a: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are then sent to “server stubs” which unmarshalls them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Runs the function and return value back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RPCs dramatically reduce the amount of code to be used</a:t>
            </a:r>
          </a:p>
        </p:txBody>
      </p:sp>
    </p:spTree>
    <p:extLst>
      <p:ext uri="{BB962C8B-B14F-4D97-AF65-F5344CB8AC3E}">
        <p14:creationId xmlns:p14="http://schemas.microsoft.com/office/powerpoint/2010/main" val="334093503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0849-A782-6BAD-1957-C0823210B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ED6AE702-7893-C954-ED34-33F721102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Manual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46D9F4FC-3787-B8F3-D7A7-CF76E8F45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1" y="738188"/>
            <a:ext cx="4558589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1. Create a socket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socket =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create_socket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()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2. Connect to the server's IP address and port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connect(socket, "192.168.1.1", 8080)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3. Manually format the message (serialization)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message = "Hello, server!"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send_data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encode_string_to_bytes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(message)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4. Send the data over the network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send(socket,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send_data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)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5. Manually receive the response and decode it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received_data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= receive(socket)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response =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decode_bytes_to_string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received_data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6. Close the connection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close(socket)</a:t>
            </a:r>
            <a:endParaRPr lang="en-US" altLang="en-US" sz="1200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8609A2BE-54DF-F344-D583-173D043F7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738188"/>
            <a:ext cx="4558589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1. Create a socket and bind to a port</a:t>
            </a:r>
          </a:p>
          <a:p>
            <a:pPr marL="457200" lvl="1" indent="0" eaLnBrk="1" hangingPunct="1"/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server_socket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create_socket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()</a:t>
            </a:r>
          </a:p>
          <a:p>
            <a:pPr marL="457200" lvl="1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bind(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server_socket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, 8080)</a:t>
            </a:r>
          </a:p>
          <a:p>
            <a:pPr marL="457200" lvl="1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listen(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server_socket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2. Accept a client connection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</a:rPr>
              <a:t>     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client_socket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= accept(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server_socket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3. Receive the raw bytes and decode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received_data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= receive(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client_socket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message =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decode_bytes_to_string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received_data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4. Process the message and encode a response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response_message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= "Msg received: " + message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response_data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encode_string_to_bytes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response_message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5. Send the raw response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send(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client_socket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response_data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6. Close the client socket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close(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client_socket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)</a:t>
            </a:r>
            <a:endParaRPr lang="en-US" altLang="en-US" sz="1200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96849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8AF2A-11AB-D4C0-E157-51D627D7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4DEE9694-D0F5-9B45-9024-E556DA2A7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RPC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D49BBA03-A697-648E-9FD6-9ABBAE135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1" y="738188"/>
            <a:ext cx="45585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The client simply calls a function as if it were local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</a:rPr>
              <a:t>       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result = echo(“Hello”, “World”)</a:t>
            </a:r>
            <a:r>
              <a:rPr lang="en-US" altLang="en-US" sz="1200" dirty="0">
                <a:solidFill>
                  <a:schemeClr val="bg2"/>
                </a:solidFill>
              </a:rPr>
              <a:t> </a:t>
            </a:r>
            <a:endParaRPr lang="en-US" altLang="en-US" sz="1200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0F8F9EF6-526F-E7B8-3956-74E41EFBD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738188"/>
            <a:ext cx="45585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bg2"/>
                </a:solidFill>
              </a:rPr>
              <a:t>// The server simply implements the function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function echo(a, b):</a:t>
            </a:r>
          </a:p>
          <a:p>
            <a:pPr marL="0" indent="0" eaLnBrk="1" hangingPunct="1"/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    return </a:t>
            </a:r>
            <a:r>
              <a:rPr lang="en-US" alt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printf</a:t>
            </a:r>
            <a:r>
              <a:rPr lang="en-US" alt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(“%s %s\n”, a, b)</a:t>
            </a:r>
            <a:endParaRPr lang="en-US" altLang="en-US" sz="1200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72807-6AEC-AE73-3955-CB5603CB339F}"/>
              </a:ext>
            </a:extLst>
          </p:cNvPr>
          <p:cNvSpPr txBox="1"/>
          <p:nvPr/>
        </p:nvSpPr>
        <p:spPr>
          <a:xfrm>
            <a:off x="197892" y="1935035"/>
            <a:ext cx="412162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// The RPC library handles: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Serializing (marshalling) the function name ‘echo' and arguments (“Hello”, “World”)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Sending the data over an underlying socket connection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Waiting for the response (blocking the thread)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Deserializing (unmarshalling) the 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560BD8-9039-A44B-8211-62A78269B6F0}"/>
              </a:ext>
            </a:extLst>
          </p:cNvPr>
          <p:cNvSpPr txBox="1"/>
          <p:nvPr/>
        </p:nvSpPr>
        <p:spPr>
          <a:xfrm>
            <a:off x="4913431" y="2042756"/>
            <a:ext cx="421715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// The RPC runtime handles: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Listening for requests on an underlying socket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Decoding the request (unmarshalling)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Invoking the correct local ‘echo' function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Encoding the result (marshalling)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2"/>
                </a:solidFill>
              </a:rPr>
              <a:t>Sending the response back to the client</a:t>
            </a:r>
          </a:p>
        </p:txBody>
      </p:sp>
    </p:spTree>
    <p:extLst>
      <p:ext uri="{BB962C8B-B14F-4D97-AF65-F5344CB8AC3E}">
        <p14:creationId xmlns:p14="http://schemas.microsoft.com/office/powerpoint/2010/main" val="3695703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6480-56DC-5BBB-06FF-6FB79017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BC279F4-5038-54CD-03C6-3F4163F963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E2B53760-AEC2-CDAF-E476-808E5BC2B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–Wall –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http_client.c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http_client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http_client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example.com 80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–Wall –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http_proxy.c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http_proxy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http_proxy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8080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curl -x http://127.0.0.1:8080 http://example.com/ -v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rpc_server.c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rpc_server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–O2 –Wall –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rpc_client.c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rpc_client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48206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DCCF-0967-D9CE-E700-0B348C868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CB161AA-8B36-8DA4-0DC0-A104DDF60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C8D79-7E5B-5EEA-58B9-1B9A487B9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4279"/>
            <a:ext cx="9144000" cy="241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8377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E4BB-8ADA-AC76-056D-4911D70F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0D19BD09-D25F-C409-55E4-CD90BA955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042C73-F513-F6A5-D6F4-038780B8C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78" y="859669"/>
            <a:ext cx="8735644" cy="981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69528C-F144-2229-A0B1-4939B8A96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154" y="1923960"/>
            <a:ext cx="4953691" cy="647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D91738-3DB3-880D-B3A0-CC652D52F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4073" y="3398388"/>
            <a:ext cx="5915851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71693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0FED2-EFF0-D7B0-1B83-8C6AA224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A2781B4E-0520-3F1B-FABF-61F21DC1F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10F6E0-1BF3-548F-412A-C03F8BE15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4409"/>
            <a:ext cx="9144000" cy="284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5729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WSU Brand HEX">
      <a:dk1>
        <a:srgbClr val="000000"/>
      </a:dk1>
      <a:lt1>
        <a:srgbClr val="FFFFFF"/>
      </a:lt1>
      <a:dk2>
        <a:srgbClr val="003C69"/>
      </a:dk2>
      <a:lt2>
        <a:srgbClr val="DBCEAC"/>
      </a:lt2>
      <a:accent1>
        <a:srgbClr val="981E32"/>
      </a:accent1>
      <a:accent2>
        <a:srgbClr val="5E6A71"/>
      </a:accent2>
      <a:accent3>
        <a:srgbClr val="C60C30"/>
      </a:accent3>
      <a:accent4>
        <a:srgbClr val="EC7A08"/>
      </a:accent4>
      <a:accent5>
        <a:srgbClr val="3CB6CE"/>
      </a:accent5>
      <a:accent6>
        <a:srgbClr val="B6BF00"/>
      </a:accent6>
      <a:hlink>
        <a:srgbClr val="452325"/>
      </a:hlink>
      <a:folHlink>
        <a:srgbClr val="FF00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0000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A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0099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C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6169</TotalTime>
  <Words>1148</Words>
  <Application>Microsoft Office PowerPoint</Application>
  <PresentationFormat>On-screen Show (16:9)</PresentationFormat>
  <Paragraphs>201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Consolas</vt:lpstr>
      <vt:lpstr>Lucida Sans</vt:lpstr>
      <vt:lpstr>Times New Roman</vt:lpstr>
      <vt:lpstr>Wingdings</vt:lpstr>
      <vt:lpstr>Default Design</vt:lpstr>
      <vt:lpstr>CptS 360</vt:lpstr>
      <vt:lpstr>Connection from Last Session</vt:lpstr>
      <vt:lpstr>Sockets</vt:lpstr>
      <vt:lpstr>Sockets</vt:lpstr>
      <vt:lpstr>Sockets</vt:lpstr>
      <vt:lpstr>Graceful Close and Reuse</vt:lpstr>
      <vt:lpstr>Proxies</vt:lpstr>
      <vt:lpstr>Remote Procedure Calls</vt:lpstr>
      <vt:lpstr>Manual</vt:lpstr>
      <vt:lpstr>RPC</vt:lpstr>
      <vt:lpstr>Demos</vt:lpstr>
      <vt:lpstr>Demos</vt:lpstr>
      <vt:lpstr>Demos</vt:lpstr>
      <vt:lpstr>Demos</vt:lpstr>
    </vt:vector>
  </TitlesOfParts>
  <Company>Washington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Marketing</dc:creator>
  <cp:lastModifiedBy>Jillepalli, Ananth</cp:lastModifiedBy>
  <cp:revision>594</cp:revision>
  <cp:lastPrinted>2014-04-21T18:27:44Z</cp:lastPrinted>
  <dcterms:created xsi:type="dcterms:W3CDTF">2001-10-04T20:08:10Z</dcterms:created>
  <dcterms:modified xsi:type="dcterms:W3CDTF">2026-03-31T20:28:41Z</dcterms:modified>
</cp:coreProperties>
</file>