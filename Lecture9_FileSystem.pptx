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04" r:id="rId2"/>
    <p:sldId id="338" r:id="rId3"/>
    <p:sldId id="459" r:id="rId4"/>
    <p:sldId id="446" r:id="rId5"/>
    <p:sldId id="465" r:id="rId6"/>
    <p:sldId id="440" r:id="rId7"/>
    <p:sldId id="460" r:id="rId8"/>
    <p:sldId id="461" r:id="rId9"/>
    <p:sldId id="463" r:id="rId10"/>
    <p:sldId id="464" r:id="rId11"/>
    <p:sldId id="447" r:id="rId12"/>
    <p:sldId id="448" r:id="rId13"/>
    <p:sldId id="466" r:id="rId14"/>
    <p:sldId id="467" r:id="rId15"/>
  </p:sldIdLst>
  <p:sldSz cx="9144000" cy="5143500" type="screen16x9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6">
          <p15:clr>
            <a:srgbClr val="A4A3A4"/>
          </p15:clr>
        </p15:guide>
        <p15:guide id="2" pos="3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>
          <p15:clr>
            <a:srgbClr val="A4A3A4"/>
          </p15:clr>
        </p15:guide>
        <p15:guide id="2" pos="29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0C30"/>
    <a:srgbClr val="EAEAEA"/>
    <a:srgbClr val="DBCEAC"/>
    <a:srgbClr val="3CB6CE"/>
    <a:srgbClr val="B6BF00"/>
    <a:srgbClr val="EC7A00"/>
    <a:srgbClr val="003C69"/>
    <a:srgbClr val="4523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DFB82B-A222-49A6-AFE8-CDEDD2DF3414}" v="36" dt="2026-03-26T17:20:35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5" autoAdjust="0"/>
    <p:restoredTop sz="97674" autoAdjust="0"/>
  </p:normalViewPr>
  <p:slideViewPr>
    <p:cSldViewPr snapToGrid="0">
      <p:cViewPr varScale="1">
        <p:scale>
          <a:sx n="140" d="100"/>
          <a:sy n="140" d="100"/>
        </p:scale>
        <p:origin x="864" y="126"/>
      </p:cViewPr>
      <p:guideLst>
        <p:guide orient="horz" pos="486"/>
        <p:guide pos="37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-2004" y="-96"/>
      </p:cViewPr>
      <p:guideLst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llepalli, Ananth" userId="c67baff2-5b80-4b31-8765-653e91404522" providerId="ADAL" clId="{57776F82-62D0-4C7B-849E-24517F3C801E}"/>
    <pc:docChg chg="undo redo custSel addSld delSld modSld sldOrd">
      <pc:chgData name="Jillepalli, Ananth" userId="c67baff2-5b80-4b31-8765-653e91404522" providerId="ADAL" clId="{57776F82-62D0-4C7B-849E-24517F3C801E}" dt="2026-03-26T19:08:39.684" v="8355" actId="1076"/>
      <pc:docMkLst>
        <pc:docMk/>
      </pc:docMkLst>
      <pc:sldChg chg="modSp mod">
        <pc:chgData name="Jillepalli, Ananth" userId="c67baff2-5b80-4b31-8765-653e91404522" providerId="ADAL" clId="{57776F82-62D0-4C7B-849E-24517F3C801E}" dt="2026-03-26T16:17:03.889" v="4968" actId="20577"/>
        <pc:sldMkLst>
          <pc:docMk/>
          <pc:sldMk cId="0" sldId="304"/>
        </pc:sldMkLst>
        <pc:spChg chg="mod">
          <ac:chgData name="Jillepalli, Ananth" userId="c67baff2-5b80-4b31-8765-653e91404522" providerId="ADAL" clId="{57776F82-62D0-4C7B-849E-24517F3C801E}" dt="2026-03-26T16:17:03.889" v="4968" actId="20577"/>
          <ac:spMkLst>
            <pc:docMk/>
            <pc:sldMk cId="0" sldId="304"/>
            <ac:spMk id="5123" creationId="{486AF756-BFA2-DDA1-C6FD-5C6FB8363737}"/>
          </ac:spMkLst>
        </pc:spChg>
      </pc:sldChg>
      <pc:sldChg chg="modSp mod">
        <pc:chgData name="Jillepalli, Ananth" userId="c67baff2-5b80-4b31-8765-653e91404522" providerId="ADAL" clId="{57776F82-62D0-4C7B-849E-24517F3C801E}" dt="2026-03-26T16:20:50.644" v="5070" actId="20577"/>
        <pc:sldMkLst>
          <pc:docMk/>
          <pc:sldMk cId="0" sldId="338"/>
        </pc:sldMkLst>
        <pc:spChg chg="mod">
          <ac:chgData name="Jillepalli, Ananth" userId="c67baff2-5b80-4b31-8765-653e91404522" providerId="ADAL" clId="{57776F82-62D0-4C7B-849E-24517F3C801E}" dt="2026-03-26T16:07:53.421" v="4563" actId="20577"/>
          <ac:spMkLst>
            <pc:docMk/>
            <pc:sldMk cId="0" sldId="338"/>
            <ac:spMk id="7170" creationId="{18FDA59A-CF67-4908-3879-02F7D6C4C29D}"/>
          </ac:spMkLst>
        </pc:spChg>
        <pc:spChg chg="mod">
          <ac:chgData name="Jillepalli, Ananth" userId="c67baff2-5b80-4b31-8765-653e91404522" providerId="ADAL" clId="{57776F82-62D0-4C7B-849E-24517F3C801E}" dt="2026-03-26T16:20:50.644" v="5070" actId="20577"/>
          <ac:spMkLst>
            <pc:docMk/>
            <pc:sldMk cId="0" sldId="338"/>
            <ac:spMk id="7171" creationId="{5CDB970E-A4FF-28C8-69F6-663008CD0768}"/>
          </ac:spMkLst>
        </pc:spChg>
      </pc:sldChg>
      <pc:sldChg chg="del">
        <pc:chgData name="Jillepalli, Ananth" userId="c67baff2-5b80-4b31-8765-653e91404522" providerId="ADAL" clId="{57776F82-62D0-4C7B-849E-24517F3C801E}" dt="2026-03-26T17:17:35.591" v="8032" actId="47"/>
        <pc:sldMkLst>
          <pc:docMk/>
          <pc:sldMk cId="0" sldId="421"/>
        </pc:sldMkLst>
      </pc:sldChg>
      <pc:sldChg chg="del">
        <pc:chgData name="Jillepalli, Ananth" userId="c67baff2-5b80-4b31-8765-653e91404522" providerId="ADAL" clId="{57776F82-62D0-4C7B-849E-24517F3C801E}" dt="2026-03-26T17:17:35.591" v="8032" actId="47"/>
        <pc:sldMkLst>
          <pc:docMk/>
          <pc:sldMk cId="1884881612" sldId="439"/>
        </pc:sldMkLst>
      </pc:sldChg>
      <pc:sldChg chg="modSp mod">
        <pc:chgData name="Jillepalli, Ananth" userId="c67baff2-5b80-4b31-8765-653e91404522" providerId="ADAL" clId="{57776F82-62D0-4C7B-849E-24517F3C801E}" dt="2026-03-26T16:37:40.149" v="6345" actId="20577"/>
        <pc:sldMkLst>
          <pc:docMk/>
          <pc:sldMk cId="4248770590" sldId="440"/>
        </pc:sldMkLst>
        <pc:spChg chg="mod">
          <ac:chgData name="Jillepalli, Ananth" userId="c67baff2-5b80-4b31-8765-653e91404522" providerId="ADAL" clId="{57776F82-62D0-4C7B-849E-24517F3C801E}" dt="2026-03-26T16:20:05.314" v="5054" actId="20577"/>
          <ac:spMkLst>
            <pc:docMk/>
            <pc:sldMk cId="4248770590" sldId="440"/>
            <ac:spMk id="11266" creationId="{F110F128-D4C0-9FC8-2074-894D5461D9DB}"/>
          </ac:spMkLst>
        </pc:spChg>
        <pc:spChg chg="mod">
          <ac:chgData name="Jillepalli, Ananth" userId="c67baff2-5b80-4b31-8765-653e91404522" providerId="ADAL" clId="{57776F82-62D0-4C7B-849E-24517F3C801E}" dt="2026-03-26T16:37:40.149" v="6345" actId="20577"/>
          <ac:spMkLst>
            <pc:docMk/>
            <pc:sldMk cId="4248770590" sldId="440"/>
            <ac:spMk id="11267" creationId="{7A2F2E30-2B5A-371A-AEB6-FB180BDB0E0D}"/>
          </ac:spMkLst>
        </pc:spChg>
      </pc:sldChg>
      <pc:sldChg chg="del">
        <pc:chgData name="Jillepalli, Ananth" userId="c67baff2-5b80-4b31-8765-653e91404522" providerId="ADAL" clId="{57776F82-62D0-4C7B-849E-24517F3C801E}" dt="2026-03-26T17:17:35.591" v="8032" actId="47"/>
        <pc:sldMkLst>
          <pc:docMk/>
          <pc:sldMk cId="1255516397" sldId="441"/>
        </pc:sldMkLst>
      </pc:sldChg>
      <pc:sldChg chg="modSp del mod">
        <pc:chgData name="Jillepalli, Ananth" userId="c67baff2-5b80-4b31-8765-653e91404522" providerId="ADAL" clId="{57776F82-62D0-4C7B-849E-24517F3C801E}" dt="2026-03-26T17:17:35.591" v="8032" actId="47"/>
        <pc:sldMkLst>
          <pc:docMk/>
          <pc:sldMk cId="232052592" sldId="442"/>
        </pc:sldMkLst>
        <pc:spChg chg="mod">
          <ac:chgData name="Jillepalli, Ananth" userId="c67baff2-5b80-4b31-8765-653e91404522" providerId="ADAL" clId="{57776F82-62D0-4C7B-849E-24517F3C801E}" dt="2026-03-26T16:10:48.976" v="4658" actId="20577"/>
          <ac:spMkLst>
            <pc:docMk/>
            <pc:sldMk cId="232052592" sldId="442"/>
            <ac:spMk id="11267" creationId="{2C34AE2A-C3EA-6F03-610C-8E1427A94180}"/>
          </ac:spMkLst>
        </pc:spChg>
      </pc:sldChg>
      <pc:sldChg chg="del">
        <pc:chgData name="Jillepalli, Ananth" userId="c67baff2-5b80-4b31-8765-653e91404522" providerId="ADAL" clId="{57776F82-62D0-4C7B-849E-24517F3C801E}" dt="2026-03-26T17:17:35.591" v="8032" actId="47"/>
        <pc:sldMkLst>
          <pc:docMk/>
          <pc:sldMk cId="697401553" sldId="443"/>
        </pc:sldMkLst>
      </pc:sldChg>
      <pc:sldChg chg="del">
        <pc:chgData name="Jillepalli, Ananth" userId="c67baff2-5b80-4b31-8765-653e91404522" providerId="ADAL" clId="{57776F82-62D0-4C7B-849E-24517F3C801E}" dt="2026-03-26T17:17:35.591" v="8032" actId="47"/>
        <pc:sldMkLst>
          <pc:docMk/>
          <pc:sldMk cId="1127728277" sldId="444"/>
        </pc:sldMkLst>
      </pc:sldChg>
      <pc:sldChg chg="del">
        <pc:chgData name="Jillepalli, Ananth" userId="c67baff2-5b80-4b31-8765-653e91404522" providerId="ADAL" clId="{57776F82-62D0-4C7B-849E-24517F3C801E}" dt="2026-03-26T17:17:35.591" v="8032" actId="47"/>
        <pc:sldMkLst>
          <pc:docMk/>
          <pc:sldMk cId="3483707403" sldId="445"/>
        </pc:sldMkLst>
      </pc:sldChg>
      <pc:sldChg chg="addSp delSp modSp add mod ord">
        <pc:chgData name="Jillepalli, Ananth" userId="c67baff2-5b80-4b31-8765-653e91404522" providerId="ADAL" clId="{57776F82-62D0-4C7B-849E-24517F3C801E}" dt="2026-03-26T16:29:28.258" v="5808" actId="1076"/>
        <pc:sldMkLst>
          <pc:docMk/>
          <pc:sldMk cId="4161450603" sldId="446"/>
        </pc:sldMkLst>
        <pc:spChg chg="mod">
          <ac:chgData name="Jillepalli, Ananth" userId="c67baff2-5b80-4b31-8765-653e91404522" providerId="ADAL" clId="{57776F82-62D0-4C7B-849E-24517F3C801E}" dt="2026-03-26T16:28:03.602" v="5701" actId="20577"/>
          <ac:spMkLst>
            <pc:docMk/>
            <pc:sldMk cId="4161450603" sldId="446"/>
            <ac:spMk id="11266" creationId="{DEED859B-0097-E4AE-B14C-92CD25E2A526}"/>
          </ac:spMkLst>
        </pc:spChg>
        <pc:picChg chg="add del mod">
          <ac:chgData name="Jillepalli, Ananth" userId="c67baff2-5b80-4b31-8765-653e91404522" providerId="ADAL" clId="{57776F82-62D0-4C7B-849E-24517F3C801E}" dt="2026-03-26T16:27:46.843" v="5679" actId="478"/>
          <ac:picMkLst>
            <pc:docMk/>
            <pc:sldMk cId="4161450603" sldId="446"/>
            <ac:picMk id="3" creationId="{A1DF4F43-2E08-F101-3E61-24543BF580E9}"/>
          </ac:picMkLst>
        </pc:picChg>
        <pc:picChg chg="add mod">
          <ac:chgData name="Jillepalli, Ananth" userId="c67baff2-5b80-4b31-8765-653e91404522" providerId="ADAL" clId="{57776F82-62D0-4C7B-849E-24517F3C801E}" dt="2026-03-26T16:29:28.258" v="5808" actId="1076"/>
          <ac:picMkLst>
            <pc:docMk/>
            <pc:sldMk cId="4161450603" sldId="446"/>
            <ac:picMk id="1026" creationId="{46B595CC-60F8-6E8C-FCAC-51D8D8F44824}"/>
          </ac:picMkLst>
        </pc:picChg>
      </pc:sldChg>
      <pc:sldChg chg="addSp modSp add mod">
        <pc:chgData name="Jillepalli, Ananth" userId="c67baff2-5b80-4b31-8765-653e91404522" providerId="ADAL" clId="{57776F82-62D0-4C7B-849E-24517F3C801E}" dt="2026-03-26T17:21:16.243" v="8326" actId="20577"/>
        <pc:sldMkLst>
          <pc:docMk/>
          <pc:sldMk cId="856482066" sldId="447"/>
        </pc:sldMkLst>
        <pc:spChg chg="mod">
          <ac:chgData name="Jillepalli, Ananth" userId="c67baff2-5b80-4b31-8765-653e91404522" providerId="ADAL" clId="{57776F82-62D0-4C7B-849E-24517F3C801E}" dt="2026-03-12T17:05:49.172" v="12" actId="20577"/>
          <ac:spMkLst>
            <pc:docMk/>
            <pc:sldMk cId="856482066" sldId="447"/>
            <ac:spMk id="11266" creationId="{1BC279F4-5038-54CD-03C6-3F4163F9630A}"/>
          </ac:spMkLst>
        </pc:spChg>
        <pc:spChg chg="mod">
          <ac:chgData name="Jillepalli, Ananth" userId="c67baff2-5b80-4b31-8765-653e91404522" providerId="ADAL" clId="{57776F82-62D0-4C7B-849E-24517F3C801E}" dt="2026-03-26T17:21:16.243" v="8326" actId="20577"/>
          <ac:spMkLst>
            <pc:docMk/>
            <pc:sldMk cId="856482066" sldId="447"/>
            <ac:spMk id="11267" creationId="{E2B53760-AEC2-CDAF-E476-808E5BC2BC7C}"/>
          </ac:spMkLst>
        </pc:spChg>
      </pc:sldChg>
      <pc:sldChg chg="addSp delSp modSp add mod">
        <pc:chgData name="Jillepalli, Ananth" userId="c67baff2-5b80-4b31-8765-653e91404522" providerId="ADAL" clId="{57776F82-62D0-4C7B-849E-24517F3C801E}" dt="2026-03-26T17:25:06.536" v="8329" actId="1076"/>
        <pc:sldMkLst>
          <pc:docMk/>
          <pc:sldMk cId="626183771" sldId="448"/>
        </pc:sldMkLst>
        <pc:picChg chg="add mod">
          <ac:chgData name="Jillepalli, Ananth" userId="c67baff2-5b80-4b31-8765-653e91404522" providerId="ADAL" clId="{57776F82-62D0-4C7B-849E-24517F3C801E}" dt="2026-03-26T17:25:06.536" v="8329" actId="1076"/>
          <ac:picMkLst>
            <pc:docMk/>
            <pc:sldMk cId="626183771" sldId="448"/>
            <ac:picMk id="3" creationId="{ABE902A9-7290-BB2B-DBA7-AE9B07894040}"/>
          </ac:picMkLst>
        </pc:picChg>
        <pc:picChg chg="add del">
          <ac:chgData name="Jillepalli, Ananth" userId="c67baff2-5b80-4b31-8765-653e91404522" providerId="ADAL" clId="{57776F82-62D0-4C7B-849E-24517F3C801E}" dt="2026-03-26T17:25:02.167" v="8327" actId="478"/>
          <ac:picMkLst>
            <pc:docMk/>
            <pc:sldMk cId="626183771" sldId="448"/>
            <ac:picMk id="4" creationId="{7CF13B5E-A23C-A1DB-4D00-FDCA041F7C24}"/>
          </ac:picMkLst>
        </pc:picChg>
      </pc:sldChg>
      <pc:sldChg chg="addSp delSp add del mod">
        <pc:chgData name="Jillepalli, Ananth" userId="c67baff2-5b80-4b31-8765-653e91404522" providerId="ADAL" clId="{57776F82-62D0-4C7B-849E-24517F3C801E}" dt="2026-03-26T17:25:16.578" v="8330" actId="47"/>
        <pc:sldMkLst>
          <pc:docMk/>
          <pc:sldMk cId="2675124379" sldId="449"/>
        </pc:sldMkLst>
      </pc:sldChg>
      <pc:sldChg chg="modSp add del mod ord">
        <pc:chgData name="Jillepalli, Ananth" userId="c67baff2-5b80-4b31-8765-653e91404522" providerId="ADAL" clId="{57776F82-62D0-4C7B-849E-24517F3C801E}" dt="2026-03-26T17:25:24.289" v="8331" actId="47"/>
        <pc:sldMkLst>
          <pc:docMk/>
          <pc:sldMk cId="2957932255" sldId="450"/>
        </pc:sldMkLst>
      </pc:sldChg>
      <pc:sldChg chg="modSp add del mod">
        <pc:chgData name="Jillepalli, Ananth" userId="c67baff2-5b80-4b31-8765-653e91404522" providerId="ADAL" clId="{57776F82-62D0-4C7B-849E-24517F3C801E}" dt="2026-03-26T17:25:24.289" v="8331" actId="47"/>
        <pc:sldMkLst>
          <pc:docMk/>
          <pc:sldMk cId="1829058297" sldId="451"/>
        </pc:sldMkLst>
      </pc:sldChg>
      <pc:sldChg chg="modSp add del mod">
        <pc:chgData name="Jillepalli, Ananth" userId="c67baff2-5b80-4b31-8765-653e91404522" providerId="ADAL" clId="{57776F82-62D0-4C7B-849E-24517F3C801E}" dt="2026-03-26T17:25:24.289" v="8331" actId="47"/>
        <pc:sldMkLst>
          <pc:docMk/>
          <pc:sldMk cId="3301385572" sldId="452"/>
        </pc:sldMkLst>
      </pc:sldChg>
      <pc:sldChg chg="addSp modSp add del mod">
        <pc:chgData name="Jillepalli, Ananth" userId="c67baff2-5b80-4b31-8765-653e91404522" providerId="ADAL" clId="{57776F82-62D0-4C7B-849E-24517F3C801E}" dt="2026-03-26T17:25:24.289" v="8331" actId="47"/>
        <pc:sldMkLst>
          <pc:docMk/>
          <pc:sldMk cId="5520045" sldId="453"/>
        </pc:sldMkLst>
      </pc:sldChg>
      <pc:sldChg chg="modSp add del mod ord">
        <pc:chgData name="Jillepalli, Ananth" userId="c67baff2-5b80-4b31-8765-653e91404522" providerId="ADAL" clId="{57776F82-62D0-4C7B-849E-24517F3C801E}" dt="2026-03-26T17:25:24.289" v="8331" actId="47"/>
        <pc:sldMkLst>
          <pc:docMk/>
          <pc:sldMk cId="1583375409" sldId="454"/>
        </pc:sldMkLst>
      </pc:sldChg>
      <pc:sldChg chg="modSp add del mod">
        <pc:chgData name="Jillepalli, Ananth" userId="c67baff2-5b80-4b31-8765-653e91404522" providerId="ADAL" clId="{57776F82-62D0-4C7B-849E-24517F3C801E}" dt="2026-03-26T17:25:24.289" v="8331" actId="47"/>
        <pc:sldMkLst>
          <pc:docMk/>
          <pc:sldMk cId="3802199044" sldId="455"/>
        </pc:sldMkLst>
      </pc:sldChg>
      <pc:sldChg chg="addSp delSp modSp add del mod">
        <pc:chgData name="Jillepalli, Ananth" userId="c67baff2-5b80-4b31-8765-653e91404522" providerId="ADAL" clId="{57776F82-62D0-4C7B-849E-24517F3C801E}" dt="2026-03-26T17:25:24.289" v="8331" actId="47"/>
        <pc:sldMkLst>
          <pc:docMk/>
          <pc:sldMk cId="1424378429" sldId="456"/>
        </pc:sldMkLst>
      </pc:sldChg>
      <pc:sldChg chg="delSp modSp add del mod">
        <pc:chgData name="Jillepalli, Ananth" userId="c67baff2-5b80-4b31-8765-653e91404522" providerId="ADAL" clId="{57776F82-62D0-4C7B-849E-24517F3C801E}" dt="2026-03-26T17:25:24.289" v="8331" actId="47"/>
        <pc:sldMkLst>
          <pc:docMk/>
          <pc:sldMk cId="1046995760" sldId="457"/>
        </pc:sldMkLst>
      </pc:sldChg>
      <pc:sldChg chg="addSp delSp modSp add del mod">
        <pc:chgData name="Jillepalli, Ananth" userId="c67baff2-5b80-4b31-8765-653e91404522" providerId="ADAL" clId="{57776F82-62D0-4C7B-849E-24517F3C801E}" dt="2026-03-26T17:25:24.289" v="8331" actId="47"/>
        <pc:sldMkLst>
          <pc:docMk/>
          <pc:sldMk cId="1136746209" sldId="458"/>
        </pc:sldMkLst>
      </pc:sldChg>
      <pc:sldChg chg="addSp modSp add mod ord">
        <pc:chgData name="Jillepalli, Ananth" userId="c67baff2-5b80-4b31-8765-653e91404522" providerId="ADAL" clId="{57776F82-62D0-4C7B-849E-24517F3C801E}" dt="2026-03-26T16:33:53.545" v="6058" actId="2711"/>
        <pc:sldMkLst>
          <pc:docMk/>
          <pc:sldMk cId="3001775475" sldId="459"/>
        </pc:sldMkLst>
        <pc:spChg chg="mod">
          <ac:chgData name="Jillepalli, Ananth" userId="c67baff2-5b80-4b31-8765-653e91404522" providerId="ADAL" clId="{57776F82-62D0-4C7B-849E-24517F3C801E}" dt="2026-03-26T16:20:42.249" v="5065" actId="20577"/>
          <ac:spMkLst>
            <pc:docMk/>
            <pc:sldMk cId="3001775475" sldId="459"/>
            <ac:spMk id="11266" creationId="{F16444FE-8E89-C414-FB90-F15F7C3DCEAF}"/>
          </ac:spMkLst>
        </pc:spChg>
        <pc:spChg chg="mod">
          <ac:chgData name="Jillepalli, Ananth" userId="c67baff2-5b80-4b31-8765-653e91404522" providerId="ADAL" clId="{57776F82-62D0-4C7B-849E-24517F3C801E}" dt="2026-03-26T16:33:53.545" v="6058" actId="2711"/>
          <ac:spMkLst>
            <pc:docMk/>
            <pc:sldMk cId="3001775475" sldId="459"/>
            <ac:spMk id="11267" creationId="{58200176-A7F5-3D1F-D326-E7079E21F300}"/>
          </ac:spMkLst>
        </pc:spChg>
        <pc:picChg chg="add">
          <ac:chgData name="Jillepalli, Ananth" userId="c67baff2-5b80-4b31-8765-653e91404522" providerId="ADAL" clId="{57776F82-62D0-4C7B-849E-24517F3C801E}" dt="2026-03-26T16:28:43.097" v="5728"/>
          <ac:picMkLst>
            <pc:docMk/>
            <pc:sldMk cId="3001775475" sldId="459"/>
            <ac:picMk id="2050" creationId="{8CCFA94E-5534-D84B-F290-3948D9D15EA1}"/>
          </ac:picMkLst>
        </pc:picChg>
      </pc:sldChg>
      <pc:sldChg chg="add del ord">
        <pc:chgData name="Jillepalli, Ananth" userId="c67baff2-5b80-4b31-8765-653e91404522" providerId="ADAL" clId="{57776F82-62D0-4C7B-849E-24517F3C801E}" dt="2026-03-26T16:30:41.546" v="5812" actId="47"/>
        <pc:sldMkLst>
          <pc:docMk/>
          <pc:sldMk cId="449170676" sldId="460"/>
        </pc:sldMkLst>
      </pc:sldChg>
      <pc:sldChg chg="modSp add mod">
        <pc:chgData name="Jillepalli, Ananth" userId="c67baff2-5b80-4b31-8765-653e91404522" providerId="ADAL" clId="{57776F82-62D0-4C7B-849E-24517F3C801E}" dt="2026-03-26T16:45:08.373" v="6575" actId="2711"/>
        <pc:sldMkLst>
          <pc:docMk/>
          <pc:sldMk cId="3028536099" sldId="460"/>
        </pc:sldMkLst>
        <pc:spChg chg="mod">
          <ac:chgData name="Jillepalli, Ananth" userId="c67baff2-5b80-4b31-8765-653e91404522" providerId="ADAL" clId="{57776F82-62D0-4C7B-849E-24517F3C801E}" dt="2026-03-26T16:39:36.606" v="6366" actId="20577"/>
          <ac:spMkLst>
            <pc:docMk/>
            <pc:sldMk cId="3028536099" sldId="460"/>
            <ac:spMk id="11266" creationId="{4171E4AC-AA19-2BF4-2751-F2EDA7FEEA29}"/>
          </ac:spMkLst>
        </pc:spChg>
        <pc:spChg chg="mod">
          <ac:chgData name="Jillepalli, Ananth" userId="c67baff2-5b80-4b31-8765-653e91404522" providerId="ADAL" clId="{57776F82-62D0-4C7B-849E-24517F3C801E}" dt="2026-03-26T16:45:08.373" v="6575" actId="2711"/>
          <ac:spMkLst>
            <pc:docMk/>
            <pc:sldMk cId="3028536099" sldId="460"/>
            <ac:spMk id="11267" creationId="{0CD99B4D-D4EE-EABA-418C-EC7C8DF73315}"/>
          </ac:spMkLst>
        </pc:spChg>
      </pc:sldChg>
      <pc:sldChg chg="modSp add mod">
        <pc:chgData name="Jillepalli, Ananth" userId="c67baff2-5b80-4b31-8765-653e91404522" providerId="ADAL" clId="{57776F82-62D0-4C7B-849E-24517F3C801E}" dt="2026-03-26T16:52:20.847" v="6849" actId="20577"/>
        <pc:sldMkLst>
          <pc:docMk/>
          <pc:sldMk cId="570173752" sldId="461"/>
        </pc:sldMkLst>
        <pc:spChg chg="mod">
          <ac:chgData name="Jillepalli, Ananth" userId="c67baff2-5b80-4b31-8765-653e91404522" providerId="ADAL" clId="{57776F82-62D0-4C7B-849E-24517F3C801E}" dt="2026-03-26T16:52:20.847" v="6849" actId="20577"/>
          <ac:spMkLst>
            <pc:docMk/>
            <pc:sldMk cId="570173752" sldId="461"/>
            <ac:spMk id="11266" creationId="{0AE0DC25-9CF8-B265-40AE-BB885290E780}"/>
          </ac:spMkLst>
        </pc:spChg>
        <pc:spChg chg="mod">
          <ac:chgData name="Jillepalli, Ananth" userId="c67baff2-5b80-4b31-8765-653e91404522" providerId="ADAL" clId="{57776F82-62D0-4C7B-849E-24517F3C801E}" dt="2026-03-26T16:51:49.195" v="6840" actId="2711"/>
          <ac:spMkLst>
            <pc:docMk/>
            <pc:sldMk cId="570173752" sldId="461"/>
            <ac:spMk id="11267" creationId="{CF144C47-0573-ACD1-14FC-F5E352B6B7DD}"/>
          </ac:spMkLst>
        </pc:spChg>
      </pc:sldChg>
      <pc:sldChg chg="modSp add del mod">
        <pc:chgData name="Jillepalli, Ananth" userId="c67baff2-5b80-4b31-8765-653e91404522" providerId="ADAL" clId="{57776F82-62D0-4C7B-849E-24517F3C801E}" dt="2026-03-26T16:52:51.298" v="6863" actId="47"/>
        <pc:sldMkLst>
          <pc:docMk/>
          <pc:sldMk cId="773151489" sldId="462"/>
        </pc:sldMkLst>
        <pc:spChg chg="mod">
          <ac:chgData name="Jillepalli, Ananth" userId="c67baff2-5b80-4b31-8765-653e91404522" providerId="ADAL" clId="{57776F82-62D0-4C7B-849E-24517F3C801E}" dt="2026-03-26T16:52:28.981" v="6861" actId="20577"/>
          <ac:spMkLst>
            <pc:docMk/>
            <pc:sldMk cId="773151489" sldId="462"/>
            <ac:spMk id="11266" creationId="{36EAA72B-F34C-111E-B396-D260F3D64204}"/>
          </ac:spMkLst>
        </pc:spChg>
      </pc:sldChg>
      <pc:sldChg chg="modSp add mod">
        <pc:chgData name="Jillepalli, Ananth" userId="c67baff2-5b80-4b31-8765-653e91404522" providerId="ADAL" clId="{57776F82-62D0-4C7B-849E-24517F3C801E}" dt="2026-03-26T17:14:08.178" v="8000" actId="2711"/>
        <pc:sldMkLst>
          <pc:docMk/>
          <pc:sldMk cId="2867755395" sldId="463"/>
        </pc:sldMkLst>
        <pc:spChg chg="mod">
          <ac:chgData name="Jillepalli, Ananth" userId="c67baff2-5b80-4b31-8765-653e91404522" providerId="ADAL" clId="{57776F82-62D0-4C7B-849E-24517F3C801E}" dt="2026-03-26T16:53:02.589" v="6881" actId="20577"/>
          <ac:spMkLst>
            <pc:docMk/>
            <pc:sldMk cId="2867755395" sldId="463"/>
            <ac:spMk id="11266" creationId="{1407BCB8-097A-EE3D-C538-145EDBA1E927}"/>
          </ac:spMkLst>
        </pc:spChg>
        <pc:spChg chg="mod">
          <ac:chgData name="Jillepalli, Ananth" userId="c67baff2-5b80-4b31-8765-653e91404522" providerId="ADAL" clId="{57776F82-62D0-4C7B-849E-24517F3C801E}" dt="2026-03-26T17:14:08.178" v="8000" actId="2711"/>
          <ac:spMkLst>
            <pc:docMk/>
            <pc:sldMk cId="2867755395" sldId="463"/>
            <ac:spMk id="11267" creationId="{C4287979-FB9C-888A-5B1D-37CA0B21EF3E}"/>
          </ac:spMkLst>
        </pc:spChg>
      </pc:sldChg>
      <pc:sldChg chg="modSp add mod">
        <pc:chgData name="Jillepalli, Ananth" userId="c67baff2-5b80-4b31-8765-653e91404522" providerId="ADAL" clId="{57776F82-62D0-4C7B-849E-24517F3C801E}" dt="2026-03-26T17:05:31.509" v="7798" actId="20577"/>
        <pc:sldMkLst>
          <pc:docMk/>
          <pc:sldMk cId="1749415681" sldId="464"/>
        </pc:sldMkLst>
        <pc:spChg chg="mod">
          <ac:chgData name="Jillepalli, Ananth" userId="c67baff2-5b80-4b31-8765-653e91404522" providerId="ADAL" clId="{57776F82-62D0-4C7B-849E-24517F3C801E}" dt="2026-03-26T17:05:31.509" v="7798" actId="20577"/>
          <ac:spMkLst>
            <pc:docMk/>
            <pc:sldMk cId="1749415681" sldId="464"/>
            <ac:spMk id="11267" creationId="{8D0AE766-4E83-2456-13C0-3D4C177F712A}"/>
          </ac:spMkLst>
        </pc:spChg>
      </pc:sldChg>
      <pc:sldChg chg="addSp modSp add mod ord">
        <pc:chgData name="Jillepalli, Ananth" userId="c67baff2-5b80-4b31-8765-653e91404522" providerId="ADAL" clId="{57776F82-62D0-4C7B-849E-24517F3C801E}" dt="2026-03-26T17:17:18.613" v="8031" actId="1076"/>
        <pc:sldMkLst>
          <pc:docMk/>
          <pc:sldMk cId="1543871624" sldId="465"/>
        </pc:sldMkLst>
        <pc:spChg chg="mod">
          <ac:chgData name="Jillepalli, Ananth" userId="c67baff2-5b80-4b31-8765-653e91404522" providerId="ADAL" clId="{57776F82-62D0-4C7B-849E-24517F3C801E}" dt="2026-03-26T17:10:20.166" v="7811" actId="20577"/>
          <ac:spMkLst>
            <pc:docMk/>
            <pc:sldMk cId="1543871624" sldId="465"/>
            <ac:spMk id="11266" creationId="{3A669F44-DA71-B388-0A34-4EEECE0C7A02}"/>
          </ac:spMkLst>
        </pc:spChg>
        <pc:spChg chg="mod">
          <ac:chgData name="Jillepalli, Ananth" userId="c67baff2-5b80-4b31-8765-653e91404522" providerId="ADAL" clId="{57776F82-62D0-4C7B-849E-24517F3C801E}" dt="2026-03-26T17:15:19.549" v="8029" actId="20577"/>
          <ac:spMkLst>
            <pc:docMk/>
            <pc:sldMk cId="1543871624" sldId="465"/>
            <ac:spMk id="11267" creationId="{D94DA5F7-A25D-A17E-1E30-259610A5959B}"/>
          </ac:spMkLst>
        </pc:spChg>
        <pc:picChg chg="add mod">
          <ac:chgData name="Jillepalli, Ananth" userId="c67baff2-5b80-4b31-8765-653e91404522" providerId="ADAL" clId="{57776F82-62D0-4C7B-849E-24517F3C801E}" dt="2026-03-26T17:17:18.613" v="8031" actId="1076"/>
          <ac:picMkLst>
            <pc:docMk/>
            <pc:sldMk cId="1543871624" sldId="465"/>
            <ac:picMk id="3" creationId="{5738C6FB-F110-0351-8B99-C268D0D9D77A}"/>
          </ac:picMkLst>
        </pc:picChg>
      </pc:sldChg>
      <pc:sldChg chg="addSp delSp modSp add mod">
        <pc:chgData name="Jillepalli, Ananth" userId="c67baff2-5b80-4b31-8765-653e91404522" providerId="ADAL" clId="{57776F82-62D0-4C7B-849E-24517F3C801E}" dt="2026-03-26T19:06:52.763" v="8353" actId="1076"/>
        <pc:sldMkLst>
          <pc:docMk/>
          <pc:sldMk cId="2918716934" sldId="466"/>
        </pc:sldMkLst>
        <pc:picChg chg="del">
          <ac:chgData name="Jillepalli, Ananth" userId="c67baff2-5b80-4b31-8765-653e91404522" providerId="ADAL" clId="{57776F82-62D0-4C7B-849E-24517F3C801E}" dt="2026-03-26T17:26:27.033" v="8333" actId="478"/>
          <ac:picMkLst>
            <pc:docMk/>
            <pc:sldMk cId="2918716934" sldId="466"/>
            <ac:picMk id="3" creationId="{78423776-07FD-EA93-6B64-4E49CBE97B2E}"/>
          </ac:picMkLst>
        </pc:picChg>
        <pc:picChg chg="add mod">
          <ac:chgData name="Jillepalli, Ananth" userId="c67baff2-5b80-4b31-8765-653e91404522" providerId="ADAL" clId="{57776F82-62D0-4C7B-849E-24517F3C801E}" dt="2026-03-26T19:06:52.763" v="8353" actId="1076"/>
          <ac:picMkLst>
            <pc:docMk/>
            <pc:sldMk cId="2918716934" sldId="466"/>
            <ac:picMk id="3" creationId="{E1905FE3-1D71-3494-48B9-053E5F6C84D3}"/>
          </ac:picMkLst>
        </pc:picChg>
        <pc:picChg chg="add mod">
          <ac:chgData name="Jillepalli, Ananth" userId="c67baff2-5b80-4b31-8765-653e91404522" providerId="ADAL" clId="{57776F82-62D0-4C7B-849E-24517F3C801E}" dt="2026-03-26T17:26:30.281" v="8335" actId="1076"/>
          <ac:picMkLst>
            <pc:docMk/>
            <pc:sldMk cId="2918716934" sldId="466"/>
            <ac:picMk id="4" creationId="{D26973B9-4D24-0609-44D2-76341679F4FA}"/>
          </ac:picMkLst>
        </pc:picChg>
        <pc:picChg chg="add mod">
          <ac:chgData name="Jillepalli, Ananth" userId="c67baff2-5b80-4b31-8765-653e91404522" providerId="ADAL" clId="{57776F82-62D0-4C7B-849E-24517F3C801E}" dt="2026-03-26T17:29:55.197" v="8337" actId="1076"/>
          <ac:picMkLst>
            <pc:docMk/>
            <pc:sldMk cId="2918716934" sldId="466"/>
            <ac:picMk id="6" creationId="{2E1ACB2F-6B6E-DE03-A127-07A0D76F6C07}"/>
          </ac:picMkLst>
        </pc:picChg>
        <pc:picChg chg="add del">
          <ac:chgData name="Jillepalli, Ananth" userId="c67baff2-5b80-4b31-8765-653e91404522" providerId="ADAL" clId="{57776F82-62D0-4C7B-849E-24517F3C801E}" dt="2026-03-26T17:31:37.895" v="8339" actId="22"/>
          <ac:picMkLst>
            <pc:docMk/>
            <pc:sldMk cId="2918716934" sldId="466"/>
            <ac:picMk id="8" creationId="{8CD77B6E-0EE0-3958-437C-7D29A769DDF2}"/>
          </ac:picMkLst>
        </pc:picChg>
      </pc:sldChg>
      <pc:sldChg chg="addSp delSp modSp add mod">
        <pc:chgData name="Jillepalli, Ananth" userId="c67baff2-5b80-4b31-8765-653e91404522" providerId="ADAL" clId="{57776F82-62D0-4C7B-849E-24517F3C801E}" dt="2026-03-26T19:08:39.684" v="8355" actId="1076"/>
        <pc:sldMkLst>
          <pc:docMk/>
          <pc:sldMk cId="2504184764" sldId="467"/>
        </pc:sldMkLst>
        <pc:picChg chg="add del mod">
          <ac:chgData name="Jillepalli, Ananth" userId="c67baff2-5b80-4b31-8765-653e91404522" providerId="ADAL" clId="{57776F82-62D0-4C7B-849E-24517F3C801E}" dt="2026-03-26T19:06:02.826" v="8348" actId="478"/>
          <ac:picMkLst>
            <pc:docMk/>
            <pc:sldMk cId="2504184764" sldId="467"/>
            <ac:picMk id="3" creationId="{77A30F31-65BD-8FE6-6D3A-5B4524E3361D}"/>
          </ac:picMkLst>
        </pc:picChg>
        <pc:picChg chg="add del">
          <ac:chgData name="Jillepalli, Ananth" userId="c67baff2-5b80-4b31-8765-653e91404522" providerId="ADAL" clId="{57776F82-62D0-4C7B-849E-24517F3C801E}" dt="2026-03-26T19:06:20.120" v="8350" actId="478"/>
          <ac:picMkLst>
            <pc:docMk/>
            <pc:sldMk cId="2504184764" sldId="467"/>
            <ac:picMk id="4" creationId="{81E8D317-C9A6-0CAC-9D8E-88DAEB4E1A16}"/>
          </ac:picMkLst>
        </pc:picChg>
        <pc:picChg chg="del">
          <ac:chgData name="Jillepalli, Ananth" userId="c67baff2-5b80-4b31-8765-653e91404522" providerId="ADAL" clId="{57776F82-62D0-4C7B-849E-24517F3C801E}" dt="2026-03-26T17:31:46.078" v="8341" actId="478"/>
          <ac:picMkLst>
            <pc:docMk/>
            <pc:sldMk cId="2504184764" sldId="467"/>
            <ac:picMk id="4" creationId="{B698C46D-0A10-FFAF-74CD-C1781470C2DA}"/>
          </ac:picMkLst>
        </pc:picChg>
        <pc:picChg chg="add mod">
          <ac:chgData name="Jillepalli, Ananth" userId="c67baff2-5b80-4b31-8765-653e91404522" providerId="ADAL" clId="{57776F82-62D0-4C7B-849E-24517F3C801E}" dt="2026-03-26T19:08:39.684" v="8355" actId="1076"/>
          <ac:picMkLst>
            <pc:docMk/>
            <pc:sldMk cId="2504184764" sldId="467"/>
            <ac:picMk id="6" creationId="{91853146-865C-70C0-549B-79457A0A3C50}"/>
          </ac:picMkLst>
        </pc:picChg>
        <pc:picChg chg="del">
          <ac:chgData name="Jillepalli, Ananth" userId="c67baff2-5b80-4b31-8765-653e91404522" providerId="ADAL" clId="{57776F82-62D0-4C7B-849E-24517F3C801E}" dt="2026-03-26T17:31:46.950" v="8342" actId="478"/>
          <ac:picMkLst>
            <pc:docMk/>
            <pc:sldMk cId="2504184764" sldId="467"/>
            <ac:picMk id="6" creationId="{D881FB1D-98C0-20DA-5165-08C28986A475}"/>
          </ac:picMkLst>
        </pc:picChg>
        <pc:picChg chg="add del mod">
          <ac:chgData name="Jillepalli, Ananth" userId="c67baff2-5b80-4b31-8765-653e91404522" providerId="ADAL" clId="{57776F82-62D0-4C7B-849E-24517F3C801E}" dt="2026-03-26T19:06:02.826" v="8348" actId="478"/>
          <ac:picMkLst>
            <pc:docMk/>
            <pc:sldMk cId="2504184764" sldId="467"/>
            <ac:picMk id="7" creationId="{A1CE9FF2-0195-9F15-C593-323767C0206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2E55EB8C-4BA0-3093-4913-A42FECD98D5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4376738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10929927-EA3C-493A-3C60-76BACC886D4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8277225" y="0"/>
            <a:ext cx="1017588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algn="r"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24884E47-7DB6-4343-9F82-317D0C7F0650}" type="datetime1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847A8861-4518-35C5-65CC-BBC58DD3235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7975"/>
            <a:ext cx="4027488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Template-WSU Hrz 201.ppt</a:t>
            </a:r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EAE92078-F180-87FB-79E5-E603A876370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5738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/>
            </a:lvl1pPr>
          </a:lstStyle>
          <a:p>
            <a:pPr>
              <a:defRPr/>
            </a:pPr>
            <a:fld id="{DE5A1CFF-2508-4AFD-ACA7-63F77EF600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3DB627-B372-E698-9025-4A13FB04286F}"/>
              </a:ext>
            </a:extLst>
          </p:cNvPr>
          <p:cNvSpPr txBox="1"/>
          <p:nvPr/>
        </p:nvSpPr>
        <p:spPr>
          <a:xfrm>
            <a:off x="0" y="7938"/>
            <a:ext cx="3757613" cy="277812"/>
          </a:xfrm>
          <a:prstGeom prst="rect">
            <a:avLst/>
          </a:prstGeom>
          <a:noFill/>
        </p:spPr>
        <p:txBody>
          <a:bodyPr lIns="91650" tIns="45825" rIns="91650" bIns="45825">
            <a:spAutoFit/>
          </a:bodyPr>
          <a:lstStyle/>
          <a:p>
            <a:pPr eaLnBrk="1" hangingPunct="1">
              <a:defRPr/>
            </a:pPr>
            <a:r>
              <a:rPr lang="en-US" sz="1200" spc="3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WASHINGTON STATE UNIVERSITY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23E916F-4BFC-2B9F-F000-85102358C4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488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C92DD2C-59D2-218E-FC89-7A8D46485AA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65738" y="0"/>
            <a:ext cx="4029075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algn="r"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A36069E0-7E16-4FAA-AC8B-617813B7604C}" type="datetime1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6F1F62B4-57E7-83FB-D162-13FB338BC8C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14575" y="527050"/>
            <a:ext cx="46736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5987317F-F75D-2AD8-4CB4-4F0BCF6EC2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275" y="3330575"/>
            <a:ext cx="7435850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38935F0E-6C88-2053-5D01-76C3991EBFF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7975"/>
            <a:ext cx="4027488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Template-WSU Hrz 201.ppt</a:t>
            </a:r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EF0CECB4-E4B6-E67D-7F59-8078D20B36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738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/>
            </a:lvl1pPr>
          </a:lstStyle>
          <a:p>
            <a:pPr>
              <a:defRPr/>
            </a:pPr>
            <a:fld id="{D8DFC577-C5B5-4B14-8AED-9418932328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9854339C-D865-7D46-2130-03ADA5C44C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499C4EF-4B26-4AB9-A608-E422A9730845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6147" name="Rectangle 6">
            <a:extLst>
              <a:ext uri="{FF2B5EF4-FFF2-40B4-BE49-F238E27FC236}">
                <a16:creationId xmlns:a16="http://schemas.microsoft.com/office/drawing/2014/main" id="{2D21740E-FC18-2F78-7768-590698C96CA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6148" name="Rectangle 7">
            <a:extLst>
              <a:ext uri="{FF2B5EF4-FFF2-40B4-BE49-F238E27FC236}">
                <a16:creationId xmlns:a16="http://schemas.microsoft.com/office/drawing/2014/main" id="{2D57F57B-42BD-FCAF-5B88-56B5B293EA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A5BAD32-3B45-43C8-91A0-72218080FAEC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8983B864-8301-4AF2-8325-35AFC8FB72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83F6E691-582D-74BA-7D95-D644427519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5B17F82B-C789-639B-E70D-A489D3AC56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E0294A56-256E-E6B6-6209-F588E8A7E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6" name="Date Placeholder 3">
            <a:extLst>
              <a:ext uri="{FF2B5EF4-FFF2-40B4-BE49-F238E27FC236}">
                <a16:creationId xmlns:a16="http://schemas.microsoft.com/office/drawing/2014/main" id="{9F45FF9F-8C9C-7C62-DD08-602983EC53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5B97B4-7EC0-45CC-B7B4-E13C063B4C69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8197" name="Footer Placeholder 4">
            <a:extLst>
              <a:ext uri="{FF2B5EF4-FFF2-40B4-BE49-F238E27FC236}">
                <a16:creationId xmlns:a16="http://schemas.microsoft.com/office/drawing/2014/main" id="{155DE90A-7639-C612-1CDE-3F5EE1387E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8198" name="Slide Number Placeholder 5">
            <a:extLst>
              <a:ext uri="{FF2B5EF4-FFF2-40B4-BE49-F238E27FC236}">
                <a16:creationId xmlns:a16="http://schemas.microsoft.com/office/drawing/2014/main" id="{B38EA5BD-F5D3-06CD-96D7-06E57B999A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5F44302-2AC4-4667-86A7-AEBE80DC6A79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A2F4C-6C24-031A-E33D-4B23F912F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A26AADF2-3849-070E-DE98-E3AA565CB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F405D91A-2D86-FDE0-81D7-56C81E8C8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83E8B099-BB5D-74CD-E2FC-5279C6D428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9B710CFB-222E-5081-B62B-48F3208B8F5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AE5C64A3-4EBC-1FD1-02BA-FD3A92C53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8274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2A000-B400-D332-7CF9-8045B425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3D0546D3-6926-FBCA-9764-8BDADAF2B7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261B3B9D-BE98-8376-15AE-94C1CCE10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554B4D9C-3E39-F144-501C-07B178A7FF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B4B867BD-96A7-FFD7-8B68-06EFAAC530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898BADCF-F27E-E32B-55B4-BAACF0BA2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0819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C886F-A4C7-D8A8-93EB-CA538CE6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77CAF80E-3724-1D3C-E559-BAC7C26AEA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7121C9EF-0291-59DF-88CF-3134F2F0D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74A7AB82-ED95-7772-0D83-4E6EF41028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711156D5-C626-CE3F-143A-BB843CC2DE9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56FD5755-6E4A-7BB9-C571-E822E165B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5090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8D520-3FBC-4073-0A65-3AC53912E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32322B7A-04F8-DC73-D1A2-B08FA423A0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F35648C4-4F7A-D3DD-E8CA-3948C4861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7C2AD49A-7128-6B49-C248-E28E3E7C32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E709D933-698C-90EC-B9E9-D5D5009415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E94AB843-D769-EDAF-4085-24C49B162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5458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0F1BD-7931-47A8-AD9F-4D832BB8D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754D1A25-E25B-E702-AF6B-21B798CD1A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17C78210-DE8D-6C23-049A-E812BDCA6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7E9D13A5-1296-7F20-471C-F02063F685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53C94FA3-852F-2F4B-08A1-3F8ADABA85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7FCDB525-C8F2-D8AE-4416-FFE1D2CF45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4412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1F9F0-E6C9-5F87-EDC5-18C03F1DE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6AACFE72-E19D-6BA6-B662-6B7B0AAB37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18170818-54D5-2192-B1C4-7C21661A6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AD2B4D6B-42E6-96DA-C167-09F60092DE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6AF6EAC1-DB31-85A5-A612-1E563B193AC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6E9BE66A-2A06-907E-4235-4EF78C4B2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836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E69E8-4D28-C1A2-1302-7D76B9078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33AF41FA-B440-2E1D-9253-87209DDA87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2A93711A-E8C8-E128-140A-811EEBC2F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0A3F5C88-E1E0-CDDB-7FE9-E73F854DE2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6729638A-DF79-560E-15EA-77E9D3C5E8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2556EDFE-A6D9-72E2-15DC-F2B7BAD4FE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7975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D8EA9-431F-C4A5-BB3C-75548BA9B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791BF5C4-5E0E-723A-EEEB-5D928641B8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D4CB7793-B512-D50E-7C76-56B7B317C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D5931768-D2DD-8445-8F9B-71F88CF79C9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2C63E0BB-21A6-5386-3EA9-01D05B0B9D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B986AA0C-2F6F-EF59-D590-BA069A80BB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6062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0DB3C-43DF-22D2-174C-D3ED2A63A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FB289C63-9FE3-5D28-873B-DC22C9A914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8A58D9D6-A7F4-44CA-8A19-543A4C001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1B1A6C44-32FC-0FF2-6006-C2BAD81B3B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F4E1ABEC-E276-79D7-BEC6-389283EE99E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2A2A10A3-29E3-5159-070B-515E54DFC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8770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0509A-6BC2-FD47-495B-21C71455A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914F208A-9A88-BB33-88EB-EE6F9543ED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09CCF768-CE7A-04AA-67CD-D50B29284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8583F21F-2A5B-797A-80FC-114F50F151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E760CD80-9010-3D06-A8EE-879C2107E8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A1E5ADBC-D8D1-1A77-48A9-F441E60D6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3429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C9F6C-A43E-18C7-0C97-3FD24B1B2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8879CFC1-9187-C844-34C1-7A5C058BCD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CF5F1834-8AE4-4B8F-BC63-16E98C301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40539BC9-EA2C-79BD-49D3-5E6DD07D2B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6C846C70-7379-7F0F-5005-8E901D3789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EE251019-461F-3CBB-DE4E-F029049C2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07406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A04F0-8F81-0EE9-6244-712F90D3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0DF70F1C-E57F-7954-98BC-04811E8E63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F07B7D90-4D9C-E0EA-736B-AF0931B73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4B0E596F-FA8E-25EE-1139-085F7D0DBB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BE9DED65-6399-9373-5CE9-98C6A277CB9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25DF5DBB-0ED6-212C-B5B3-EA571A537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5537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CE71815F-FC16-9D4D-7389-42F293464A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8"/>
          <a:stretch>
            <a:fillRect/>
          </a:stretch>
        </p:blipFill>
        <p:spPr bwMode="auto">
          <a:xfrm>
            <a:off x="0" y="0"/>
            <a:ext cx="91440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D752EDE-327A-26E8-A3B8-9ADE26C8A8E9}"/>
              </a:ext>
            </a:extLst>
          </p:cNvPr>
          <p:cNvSpPr/>
          <p:nvPr userDrawn="1"/>
        </p:nvSpPr>
        <p:spPr bwMode="gray">
          <a:xfrm flipH="1">
            <a:off x="0" y="715963"/>
            <a:ext cx="9144000" cy="60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ctrTitle"/>
          </p:nvPr>
        </p:nvSpPr>
        <p:spPr bwMode="invGray">
          <a:xfrm>
            <a:off x="716337" y="1688141"/>
            <a:ext cx="7711326" cy="424732"/>
          </a:xfrm>
        </p:spPr>
        <p:txBody>
          <a:bodyPr anchorCtr="0"/>
          <a:lstStyle>
            <a:lvl1pPr algn="ctr">
              <a:defRPr sz="2400">
                <a:solidFill>
                  <a:schemeClr val="bg2"/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ubTitle" idx="1"/>
          </p:nvPr>
        </p:nvSpPr>
        <p:spPr bwMode="invGray">
          <a:xfrm>
            <a:off x="716337" y="2268933"/>
            <a:ext cx="7711327" cy="430887"/>
          </a:xfrm>
        </p:spPr>
        <p:txBody>
          <a:bodyPr rIns="0" anchorCtr="0"/>
          <a:lstStyle>
            <a:lvl1pPr marL="0" indent="0" algn="ctr">
              <a:buFont typeface="Arial" pitchFamily="34" charset="0"/>
              <a:buNone/>
              <a:defRPr sz="2200" b="0">
                <a:solidFill>
                  <a:schemeClr val="accent1"/>
                </a:solidFill>
                <a:effectLst/>
                <a:latin typeface="Lucida Sans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00ABC456-C636-BD72-E5C4-EDCF89B2EF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84188" y="4786313"/>
            <a:ext cx="1550987" cy="357187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1D575A82-42E1-2C9E-1B7E-7B18200DED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066925" y="4786313"/>
            <a:ext cx="6100763" cy="357187"/>
          </a:xfrm>
        </p:spPr>
        <p:txBody>
          <a:bodyPr anchorCtr="1"/>
          <a:lstStyle>
            <a:lvl1pPr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26A5F79-FC81-FE42-28E5-39C755588C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69275" y="4786313"/>
            <a:ext cx="974725" cy="3571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4DAA91-6502-4D77-A099-6F0DC12D24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344769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369" y="1185926"/>
            <a:ext cx="8427263" cy="424732"/>
          </a:xfrm>
        </p:spPr>
        <p:txBody>
          <a:bodyPr/>
          <a:lstStyle>
            <a:lvl1pPr>
              <a:defRPr sz="2400">
                <a:latin typeface="Lucida Sans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15362"/>
            <a:ext cx="7772400" cy="1659429"/>
          </a:xfrm>
        </p:spPr>
        <p:txBody>
          <a:bodyPr lIns="457200" rIns="457200"/>
          <a:lstStyle>
            <a:lvl1pPr marL="344488" indent="-179388">
              <a:spcBef>
                <a:spcPts val="1200"/>
              </a:spcBef>
              <a:buSzPct val="100000"/>
              <a:buFont typeface="Arial" pitchFamily="34" charset="0"/>
              <a:buChar char="•"/>
              <a:defRPr sz="2000" b="0"/>
            </a:lvl1pPr>
            <a:lvl2pPr marL="509588" indent="-165100">
              <a:spcBef>
                <a:spcPts val="400"/>
              </a:spcBef>
              <a:buSzPct val="75000"/>
              <a:buFont typeface="Lucida Sans" panose="020B0602030504020204" pitchFamily="34" charset="0"/>
              <a:buChar char="–"/>
              <a:defRPr sz="2000"/>
            </a:lvl2pPr>
            <a:lvl3pPr marL="795337" indent="-219456">
              <a:spcBef>
                <a:spcPts val="400"/>
              </a:spcBef>
              <a:buSzPct val="100000"/>
              <a:buFont typeface="Arial" panose="020B0604020202020204" pitchFamily="34" charset="0"/>
              <a:buChar char="•"/>
              <a:defRPr sz="1600"/>
            </a:lvl3pPr>
            <a:lvl4pPr marL="914400" indent="-165100">
              <a:spcBef>
                <a:spcPts val="400"/>
              </a:spcBef>
              <a:buSzPct val="100000"/>
              <a:buFont typeface="Lucida Sans" panose="020B0602030504020204" pitchFamily="34" charset="0"/>
              <a:buChar char="–"/>
              <a:defRPr sz="1600"/>
            </a:lvl4pPr>
            <a:lvl5pPr marL="1079500" indent="-165100">
              <a:spcBef>
                <a:spcPts val="400"/>
              </a:spcBef>
              <a:buSzPct val="100000"/>
              <a:buFont typeface="Arial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52E0F8-37A4-67A0-11C9-51188300985E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2F2384-78EA-3D4F-A6CB-714B1B3B9809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3BD260-62A7-9394-5019-36F553AC6003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2CE9E-6ED9-41A1-85E0-D3AE8AB77D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852191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45889" y="763120"/>
            <a:ext cx="8652222" cy="461665"/>
          </a:xfrm>
        </p:spPr>
        <p:txBody>
          <a:bodyPr/>
          <a:lstStyle>
            <a:lvl1pPr algn="ctr">
              <a:lnSpc>
                <a:spcPct val="100000"/>
              </a:lnSpc>
              <a:defRPr sz="2400">
                <a:solidFill>
                  <a:schemeClr val="bg2"/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45889" y="1252166"/>
            <a:ext cx="8652222" cy="430887"/>
          </a:xfrm>
        </p:spPr>
        <p:txBody>
          <a:bodyPr rIns="0"/>
          <a:lstStyle>
            <a:lvl1pPr marL="0" indent="0" algn="ctr">
              <a:buFontTx/>
              <a:buNone/>
              <a:defRPr sz="2200" b="0">
                <a:solidFill>
                  <a:schemeClr val="accent1"/>
                </a:solidFill>
                <a:effectLst/>
                <a:latin typeface="Lucida Sans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25DC196-BF60-ED9F-FFF6-BD02AB7B31A8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0BDE10D-658F-56AD-C1A8-1411AFAB7A35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E7AE73-A095-C192-CAE7-FA4EA13A1F10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9ED82-0963-4BA9-B4BC-B506917E0B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583834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047" y="1081658"/>
            <a:ext cx="8659907" cy="4247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0388" y="1706842"/>
            <a:ext cx="4002321" cy="2062103"/>
          </a:xfrm>
        </p:spPr>
        <p:txBody>
          <a:bodyPr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20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107" y="1706842"/>
            <a:ext cx="3969948" cy="2062103"/>
          </a:xfrm>
        </p:spPr>
        <p:txBody>
          <a:bodyPr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20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16828C-A5C8-E70D-DFFF-33952D9C5B6D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25DC74-640A-FD49-A232-9481C4F2CDA4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9EFA46-AC1E-7142-B611-80E89E92C21B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0123E5-9C5F-4811-A8CC-08B631D25D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622407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912677"/>
            <a:ext cx="86868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882" y="1532739"/>
            <a:ext cx="4040188" cy="36933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881" y="1966113"/>
            <a:ext cx="4040188" cy="1338828"/>
          </a:xfrm>
        </p:spPr>
        <p:txBody>
          <a:bodyPr/>
          <a:lstStyle>
            <a:lvl1pPr>
              <a:defRPr lang="en-US" sz="18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defRPr lang="en-US" sz="14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defRPr lang="en-US" sz="14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6708" y="1532739"/>
            <a:ext cx="4041775" cy="36933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6707" y="1966113"/>
            <a:ext cx="4041775" cy="1338828"/>
          </a:xfrm>
        </p:spPr>
        <p:txBody>
          <a:bodyPr/>
          <a:lstStyle>
            <a:lvl1pPr>
              <a:defRPr lang="en-US" sz="18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defRPr lang="en-US" sz="14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defRPr lang="en-US" sz="14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8FB3FED-4B9F-EFB5-A573-AA60CA5FDD7F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419A787-3E04-9171-E59A-81EF56BEB5C3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3C12820-F4B8-CBB7-8EEB-F015FFDAFEEB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39D1E2-F37F-4AEB-B456-944B032026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506218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46" y="1496186"/>
            <a:ext cx="7558509" cy="4247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7555418-7852-8C7F-10A2-41328B2E2CF1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9003BCE-1C74-458A-1596-6A3186622731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B26BCA4-F463-FDEB-F019-3BD45D1088BC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D52318-FDAA-4C7C-9A39-C09C50EE97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35996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C67F377-710D-68BC-381A-3E2AA0BC32C3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53292E0-D0C6-CE97-165A-CE12F2A96CCB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BF53D5-CBA9-5CCC-FCCC-888301716DD7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7D31AF-C1EE-4681-8B14-4128AC01EE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004321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974922"/>
            <a:ext cx="5486400" cy="369332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94916"/>
            <a:ext cx="5486400" cy="584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00101"/>
            <a:ext cx="5486400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CCA2FA-4C09-34A3-CD68-922E7B278764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17A002-FF68-4734-6718-265A4ACF2022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3BEA51-A63A-E391-F664-B68D1FBBC506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3566F-6618-491F-852F-0B664161A1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514727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1">
          <a:gsLst>
            <a:gs pos="0">
              <a:srgbClr val="EAEAEA"/>
            </a:gs>
            <a:gs pos="100000">
              <a:schemeClr val="tx1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>
            <a:extLst>
              <a:ext uri="{FF2B5EF4-FFF2-40B4-BE49-F238E27FC236}">
                <a16:creationId xmlns:a16="http://schemas.microsoft.com/office/drawing/2014/main" id="{94ECE16C-6D14-E6E0-1353-66BE0DC7F2A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95" b="10880"/>
          <a:stretch>
            <a:fillRect/>
          </a:stretch>
        </p:blipFill>
        <p:spPr bwMode="auto">
          <a:xfrm>
            <a:off x="0" y="0"/>
            <a:ext cx="91440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0" descr="C:\Users\vboydo\Documents\0 val work\0 Active Jobs\2692 BRAND ppt templates 2014\shield on blk.tif">
            <a:extLst>
              <a:ext uri="{FF2B5EF4-FFF2-40B4-BE49-F238E27FC236}">
                <a16:creationId xmlns:a16="http://schemas.microsoft.com/office/drawing/2014/main" id="{54FD1BC6-0872-DBEC-2DE9-728DC44CB6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4" t="35599" r="17880" b="33191"/>
          <a:stretch>
            <a:fillRect/>
          </a:stretch>
        </p:blipFill>
        <p:spPr bwMode="auto">
          <a:xfrm>
            <a:off x="0" y="0"/>
            <a:ext cx="593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>
            <a:extLst>
              <a:ext uri="{FF2B5EF4-FFF2-40B4-BE49-F238E27FC236}">
                <a16:creationId xmlns:a16="http://schemas.microsoft.com/office/drawing/2014/main" id="{05C92106-648C-0B50-B80F-034695F877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black">
          <a:xfrm>
            <a:off x="914400" y="1724025"/>
            <a:ext cx="7315200" cy="144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1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31D8E3AD-6BAE-55EF-19E2-B3156180A7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">
          <a:xfrm>
            <a:off x="242888" y="1057275"/>
            <a:ext cx="8658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0" tIns="45720" rIns="457200" bIns="45720" numCol="1" anchor="b" anchorCtr="1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AEC028D-1975-F453-5553-C81DD3C11497}"/>
              </a:ext>
            </a:extLst>
          </p:cNvPr>
          <p:cNvSpPr>
            <a:spLocks noGrp="1" noChangeArrowheads="1"/>
          </p:cNvSpPr>
          <p:nvPr userDrawn="1">
            <p:ph type="dt" sz="half" idx="2"/>
          </p:nvPr>
        </p:nvSpPr>
        <p:spPr bwMode="black">
          <a:xfrm>
            <a:off x="484188" y="4829175"/>
            <a:ext cx="1252537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1DCC4B4-2BF8-CAFF-4ECB-874CF74B8078}"/>
              </a:ext>
            </a:extLst>
          </p:cNvPr>
          <p:cNvSpPr>
            <a:spLocks noGrp="1" noChangeArrowheads="1"/>
          </p:cNvSpPr>
          <p:nvPr userDrawn="1">
            <p:ph type="ftr" sz="quarter" idx="3"/>
          </p:nvPr>
        </p:nvSpPr>
        <p:spPr bwMode="black">
          <a:xfrm>
            <a:off x="1736725" y="4829175"/>
            <a:ext cx="615315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B1B2FE86-2751-81A4-0406-0260308081AB}"/>
              </a:ext>
            </a:extLst>
          </p:cNvPr>
          <p:cNvSpPr>
            <a:spLocks noGrp="1" noChangeArrowheads="1"/>
          </p:cNvSpPr>
          <p:nvPr userDrawn="1">
            <p:ph type="sldNum" sz="quarter" idx="4"/>
          </p:nvPr>
        </p:nvSpPr>
        <p:spPr bwMode="black">
          <a:xfrm>
            <a:off x="7899400" y="4829175"/>
            <a:ext cx="1244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4B95D15-B967-46C0-A48A-6BF091E2B0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BF6F15-1E87-C5C3-2B47-E64EC43B09E4}"/>
              </a:ext>
            </a:extLst>
          </p:cNvPr>
          <p:cNvSpPr/>
          <p:nvPr userDrawn="1"/>
        </p:nvSpPr>
        <p:spPr bwMode="gray">
          <a:xfrm flipH="1">
            <a:off x="0" y="715963"/>
            <a:ext cx="9144000" cy="60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628" r:id="rId1"/>
    <p:sldLayoutId id="2147484621" r:id="rId2"/>
    <p:sldLayoutId id="2147484622" r:id="rId3"/>
    <p:sldLayoutId id="2147484623" r:id="rId4"/>
    <p:sldLayoutId id="2147484624" r:id="rId5"/>
    <p:sldLayoutId id="2147484625" r:id="rId6"/>
    <p:sldLayoutId id="2147484626" r:id="rId7"/>
    <p:sldLayoutId id="2147484627" r:id="rId8"/>
  </p:sldLayoutIdLst>
  <p:transition/>
  <p:txStyles>
    <p:titleStyle>
      <a:lvl1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  <a:ea typeface="+mj-ea"/>
          <a:cs typeface="+mj-cs"/>
        </a:defRPr>
      </a:lvl1pPr>
      <a:lvl2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2pPr>
      <a:lvl3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3pPr>
      <a:lvl4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4pPr>
      <a:lvl5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9pPr>
    </p:titleStyle>
    <p:bodyStyle>
      <a:lvl1pPr marL="165100" indent="-165100" algn="l" rtl="0" eaLnBrk="0" fontAlgn="base" hangingPunct="0">
        <a:lnSpc>
          <a:spcPts val="2200"/>
        </a:lnSpc>
        <a:spcBef>
          <a:spcPts val="6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2000" dirty="0">
          <a:solidFill>
            <a:schemeClr val="bg2"/>
          </a:solidFill>
          <a:latin typeface="Lucida Sans" pitchFamily="34" charset="0"/>
          <a:ea typeface="+mn-ea"/>
          <a:cs typeface="+mn-cs"/>
        </a:defRPr>
      </a:lvl1pPr>
      <a:lvl2pPr marL="344488" indent="-179388" algn="l" rtl="0" eaLnBrk="0" fontAlgn="base" hangingPunct="0">
        <a:lnSpc>
          <a:spcPts val="2000"/>
        </a:lnSpc>
        <a:spcBef>
          <a:spcPts val="400"/>
        </a:spcBef>
        <a:spcAft>
          <a:spcPct val="0"/>
        </a:spcAft>
        <a:buClr>
          <a:srgbClr val="C60C30"/>
        </a:buClr>
        <a:buSzPct val="100000"/>
        <a:buFont typeface="Lucida Sans" panose="020B0602030504020204" pitchFamily="34" charset="0"/>
        <a:buChar char="–"/>
        <a:defRPr lang="en-US" dirty="0">
          <a:solidFill>
            <a:schemeClr val="bg2"/>
          </a:solidFill>
          <a:latin typeface="Lucida Sans" pitchFamily="34" charset="0"/>
          <a:ea typeface="+mn-ea"/>
          <a:cs typeface="+mn-cs"/>
        </a:defRPr>
      </a:lvl2pPr>
      <a:lvl3pPr marL="509588" indent="-165100" algn="l" rtl="0" eaLnBrk="0" fontAlgn="base" hangingPunct="0">
        <a:lnSpc>
          <a:spcPts val="2000"/>
        </a:lnSpc>
        <a:spcBef>
          <a:spcPts val="2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1600" dirty="0">
          <a:solidFill>
            <a:schemeClr val="bg2"/>
          </a:solidFill>
          <a:latin typeface="Lucida Sans" pitchFamily="34" charset="0"/>
          <a:ea typeface="+mn-ea"/>
          <a:cs typeface="+mn-cs"/>
        </a:defRPr>
      </a:lvl3pPr>
      <a:lvl4pPr marL="688975" indent="-179388" algn="l" rtl="0" eaLnBrk="0" fontAlgn="base" hangingPunct="0">
        <a:lnSpc>
          <a:spcPts val="1800"/>
        </a:lnSpc>
        <a:spcBef>
          <a:spcPts val="200"/>
        </a:spcBef>
        <a:spcAft>
          <a:spcPct val="0"/>
        </a:spcAft>
        <a:buClr>
          <a:srgbClr val="C60C30"/>
        </a:buClr>
        <a:buSzPct val="100000"/>
        <a:buFont typeface="Lucida Sans" panose="020B0602030504020204" pitchFamily="34" charset="0"/>
        <a:buChar char="–"/>
        <a:defRPr lang="en-US" sz="1600" dirty="0">
          <a:solidFill>
            <a:schemeClr val="bg2"/>
          </a:solidFill>
          <a:latin typeface="Lucida Sans" pitchFamily="34" charset="0"/>
          <a:ea typeface="+mn-ea"/>
          <a:cs typeface="+mn-cs"/>
        </a:defRPr>
      </a:lvl4pPr>
      <a:lvl5pPr marL="854075" indent="-165100" algn="l" rtl="0" eaLnBrk="0" fontAlgn="base" hangingPunct="0">
        <a:lnSpc>
          <a:spcPts val="1600"/>
        </a:lnSpc>
        <a:spcBef>
          <a:spcPts val="2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1400" dirty="0">
          <a:solidFill>
            <a:schemeClr val="bg2"/>
          </a:solidFill>
          <a:latin typeface="Lucida Sans" pitchFamily="34" charset="0"/>
          <a:ea typeface="+mn-ea"/>
          <a:cs typeface="+mn-cs"/>
        </a:defRPr>
      </a:lvl5pPr>
      <a:lvl6pPr marL="11414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6pPr>
      <a:lvl7pPr marL="15986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7pPr>
      <a:lvl8pPr marL="20558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8pPr>
      <a:lvl9pPr marL="25130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9">
            <a:extLst>
              <a:ext uri="{FF2B5EF4-FFF2-40B4-BE49-F238E27FC236}">
                <a16:creationId xmlns:a16="http://schemas.microsoft.com/office/drawing/2014/main" id="{FD428B15-092D-292B-2689-117492D361B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15963" y="2171700"/>
            <a:ext cx="7712075" cy="400050"/>
          </a:xfrm>
        </p:spPr>
        <p:txBody>
          <a:bodyPr/>
          <a:lstStyle/>
          <a:p>
            <a:r>
              <a:rPr lang="en-US" altLang="en-US"/>
              <a:t>CptS 360</a:t>
            </a:r>
          </a:p>
        </p:txBody>
      </p:sp>
      <p:sp>
        <p:nvSpPr>
          <p:cNvPr id="5123" name="Rectangle 20">
            <a:extLst>
              <a:ext uri="{FF2B5EF4-FFF2-40B4-BE49-F238E27FC236}">
                <a16:creationId xmlns:a16="http://schemas.microsoft.com/office/drawing/2014/main" id="{486AF756-BFA2-DDA1-C6FD-5C6FB83637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15963" y="2571750"/>
            <a:ext cx="7712075" cy="374650"/>
          </a:xfrm>
        </p:spPr>
        <p:txBody>
          <a:bodyPr/>
          <a:lstStyle/>
          <a:p>
            <a:r>
              <a:rPr altLang="en-US" dirty="0"/>
              <a:t>File Systems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5">
            <a:extLst>
              <a:ext uri="{FF2B5EF4-FFF2-40B4-BE49-F238E27FC236}">
                <a16:creationId xmlns:a16="http://schemas.microsoft.com/office/drawing/2014/main" id="{18FDA59A-CF67-4908-3879-02F7D6C4C2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727075"/>
            <a:ext cx="8426450" cy="400050"/>
          </a:xfrm>
        </p:spPr>
        <p:txBody>
          <a:bodyPr/>
          <a:lstStyle/>
          <a:p>
            <a:r>
              <a:rPr lang="en-US" altLang="en-US" dirty="0"/>
              <a:t>Connection from Last Session</a:t>
            </a:r>
          </a:p>
        </p:txBody>
      </p:sp>
      <p:sp>
        <p:nvSpPr>
          <p:cNvPr id="7171" name="TextBox 1">
            <a:extLst>
              <a:ext uri="{FF2B5EF4-FFF2-40B4-BE49-F238E27FC236}">
                <a16:creationId xmlns:a16="http://schemas.microsoft.com/office/drawing/2014/main" id="{5CDB970E-A4FF-28C8-69F6-663008CD0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1071563"/>
            <a:ext cx="868045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System I/O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FDT, SWOFT, INT, </a:t>
            </a:r>
            <a:r>
              <a:rPr lang="en-US" altLang="en-US" dirty="0" err="1">
                <a:solidFill>
                  <a:schemeClr val="bg2"/>
                </a:solidFill>
              </a:rPr>
              <a:t>stdio</a:t>
            </a:r>
            <a:r>
              <a:rPr lang="en-US" altLang="en-US" dirty="0">
                <a:solidFill>
                  <a:schemeClr val="bg2"/>
                </a:solidFill>
              </a:rPr>
              <a:t> vs </a:t>
            </a:r>
            <a:r>
              <a:rPr lang="en-US" altLang="en-US" dirty="0" err="1">
                <a:solidFill>
                  <a:schemeClr val="bg2"/>
                </a:solidFill>
              </a:rPr>
              <a:t>sysio</a:t>
            </a:r>
            <a:r>
              <a:rPr lang="en-US" altLang="en-US" dirty="0">
                <a:solidFill>
                  <a:schemeClr val="bg2"/>
                </a:solidFill>
              </a:rPr>
              <a:t>, vector r-w, </a:t>
            </a:r>
            <a:r>
              <a:rPr lang="en-US" altLang="en-US" dirty="0" err="1">
                <a:solidFill>
                  <a:schemeClr val="bg2"/>
                </a:solidFill>
              </a:rPr>
              <a:t>mmaps</a:t>
            </a:r>
            <a:r>
              <a:rPr lang="en-US" altLang="en-US" dirty="0">
                <a:solidFill>
                  <a:schemeClr val="bg2"/>
                </a:solidFill>
              </a:rPr>
              <a:t>, …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Motivation for this session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(C)FS and VFS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Journaling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File extent mapping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Assignments: CYA1 (this week), PA4 (next week)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Next Session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Network Programming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9453-9638-5117-04BD-663548CA0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F16444FE-8E89-C414-FB90-F15F7C3DC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VFS vs CFS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58200176-A7F5-3D1F-D326-E7079E21F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Dozens of file systems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ext4, NTFS, FAT32, APFS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, …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How does a program run on all of them using the same base?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Kernel provides an interface layer: VFS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Virtual File System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Function pointers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(struct,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file_operations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…)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(Concrete) File System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Handles organizing data on a physical device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Translates VFS pointers and calls into device-specific protocols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Manages journalling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VFS can be persistent or volatile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FS is persistent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77547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2272D-7697-6CB4-6DD4-EED611709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DEED859B-0097-E4AE-B14C-92CD25E2A5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VFS vs FS</a:t>
            </a:r>
          </a:p>
        </p:txBody>
      </p:sp>
      <p:pic>
        <p:nvPicPr>
          <p:cNvPr id="1026" name="Picture 2" descr="The Linux Kernel's VFS Layer">
            <a:extLst>
              <a:ext uri="{FF2B5EF4-FFF2-40B4-BE49-F238E27FC236}">
                <a16:creationId xmlns:a16="http://schemas.microsoft.com/office/drawing/2014/main" id="{46B595CC-60F8-6E8C-FCAC-51D8D8F44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1061895"/>
            <a:ext cx="4038600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145060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3A72C-1B4A-09EB-99F6-8E6EDBE0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3A669F44-DA71-B388-0A34-4EEECE0C7A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VFS Data Model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D94DA5F7-A25D-A17E-1E30-259610A59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VFS components: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dentry</a:t>
            </a:r>
            <a:r>
              <a:rPr lang="en-US" altLang="en-US" dirty="0">
                <a:solidFill>
                  <a:schemeClr val="bg2"/>
                </a:solidFill>
              </a:rPr>
              <a:t>: directory cache path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inode</a:t>
            </a:r>
            <a:r>
              <a:rPr lang="en-US" altLang="en-US" dirty="0">
                <a:solidFill>
                  <a:schemeClr val="bg2"/>
                </a:solidFill>
              </a:rPr>
              <a:t>: INT values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file</a:t>
            </a:r>
            <a:r>
              <a:rPr lang="en-US" altLang="en-US" dirty="0">
                <a:solidFill>
                  <a:schemeClr val="bg2"/>
                </a:solidFill>
              </a:rPr>
              <a:t>: page cache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superblock</a:t>
            </a:r>
            <a:r>
              <a:rPr lang="en-US" altLang="en-US" dirty="0">
                <a:solidFill>
                  <a:schemeClr val="bg2"/>
                </a:solidFill>
              </a:rPr>
              <a:t>: mounted (concrete) file system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struct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super_block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38C6FB-F110-0351-8B99-C268D0D9D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786" y="2571750"/>
            <a:ext cx="4134427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7162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674E1-102E-6735-4339-E127F1F1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F110F128-D4C0-9FC8-2074-894D5461D9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On-Disk Organization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7A2F2E30-2B5A-371A-AEB6-FB180BDB0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FDT </a:t>
            </a:r>
            <a:r>
              <a:rPr lang="en-US" altLang="en-US" dirty="0">
                <a:solidFill>
                  <a:schemeClr val="bg2"/>
                </a:solidFill>
                <a:sym typeface="Wingdings" panose="05000000000000000000" pitchFamily="2" charset="2"/>
              </a:rPr>
              <a:t> </a:t>
            </a:r>
            <a:r>
              <a:rPr lang="en-US" altLang="en-US" dirty="0">
                <a:solidFill>
                  <a:schemeClr val="bg2"/>
                </a:solidFill>
              </a:rPr>
              <a:t>SWOFT </a:t>
            </a:r>
            <a:r>
              <a:rPr lang="en-US" altLang="en-US" dirty="0">
                <a:solidFill>
                  <a:schemeClr val="bg2"/>
                </a:solidFill>
                <a:sym typeface="Wingdings" panose="05000000000000000000" pitchFamily="2" charset="2"/>
              </a:rPr>
              <a:t> </a:t>
            </a:r>
            <a:r>
              <a:rPr lang="en-US" altLang="en-US" dirty="0">
                <a:solidFill>
                  <a:schemeClr val="bg2"/>
                </a:solidFill>
              </a:rPr>
              <a:t>INT </a:t>
            </a:r>
            <a:r>
              <a:rPr lang="en-US" altLang="en-US" dirty="0">
                <a:solidFill>
                  <a:schemeClr val="bg2"/>
                </a:solidFill>
                <a:sym typeface="Wingdings" panose="05000000000000000000" pitchFamily="2" charset="2"/>
              </a:rPr>
              <a:t> EXT</a:t>
            </a: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INT stores file size, perms, timestamps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Pointers describing where file’s data lives on a device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These pointers tie to extents in a filesystem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ext4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directories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Classic linear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dirs</a:t>
            </a: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O(n) 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lookup time 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 slows down with many files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HTree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dirs</a:t>
            </a: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File names are hashed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Hashed entries are stored in a tree struct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Lookup time near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O(log n)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Faster lookup with many files</a:t>
            </a:r>
          </a:p>
        </p:txBody>
      </p:sp>
    </p:spTree>
    <p:extLst>
      <p:ext uri="{BB962C8B-B14F-4D97-AF65-F5344CB8AC3E}">
        <p14:creationId xmlns:p14="http://schemas.microsoft.com/office/powerpoint/2010/main" val="424877059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D1C4E-BEF0-7858-5E43-E68867E9D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4171E4AC-AA19-2BF4-2751-F2EDA7FE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INT </a:t>
            </a:r>
            <a:r>
              <a:rPr lang="en-US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 EXT Mapping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0CD99B4D-D4EE-EABA-418C-EC7C8DF73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Block-by-block mapping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Slow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FIEMAP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File Extent Map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Range of blocks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VFS ranges are mapped to FS ranges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fm_start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byte offset (inclusive) at which to start mapping (in)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fm_length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logical length of mapping which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userspace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wants (in)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fm_flags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FIEMAP_FLAG_* flags for request (in/out)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fm_mapped_extents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number of extents that were mapped (out)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fm_extent_count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size of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fm_extents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array (in)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fm_extents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array of mapped extents (out)</a:t>
            </a:r>
          </a:p>
        </p:txBody>
      </p:sp>
    </p:spTree>
    <p:extLst>
      <p:ext uri="{BB962C8B-B14F-4D97-AF65-F5344CB8AC3E}">
        <p14:creationId xmlns:p14="http://schemas.microsoft.com/office/powerpoint/2010/main" val="302853609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B6B6F-8499-BC09-7563-50928B72C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0AE0DC25-9CF8-B265-40AE-BB885290E7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FIEMAP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CF144C47-0573-ACD1-14FC-F5E352B6B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fe_logical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byte offset of the extent in the file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fe_physical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byte offset of extent on disk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fe_length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length in bytes for this extent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fe_flags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FIEMAP_EXTENT_*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flags for this extent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fi_flags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Flags as passed from user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fi_extents_mapped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Number of mapped extents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fi_extents_max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Size of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fiemap_extent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array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fi_extents_start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Start of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fiemap_extent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array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fm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_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vs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fe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_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vs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fi_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Basics vs extents vs info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FIEMAP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byproduct – allows identification of “holes” – gaps in VFS-FS maps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lseek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() 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also does this with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SEEK_HOLE 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and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SEEK_DATA</a:t>
            </a:r>
          </a:p>
        </p:txBody>
      </p:sp>
    </p:spTree>
    <p:extLst>
      <p:ext uri="{BB962C8B-B14F-4D97-AF65-F5344CB8AC3E}">
        <p14:creationId xmlns:p14="http://schemas.microsoft.com/office/powerpoint/2010/main" val="57017375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27538-AF37-970B-8AAB-11112EB2A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1407BCB8-097A-EE3D-C538-145EDBA1E9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Journaling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C4287979-FB9C-888A-5B1D-37CA0B21E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A lot of mapping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Things go wrong all the time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Critical to log events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Allows for auto-recovery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ext4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uses JBD2 journaling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Journaling Block Device 2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Acts as a middle layer between FS and HW device driver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Contains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Superblocks: manages journal state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journal_t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/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journal_s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Descriptor: maps the transactors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Data: byte-level modifications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Committer: validates the transactions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Revoker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marks obsolete blocks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75539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F52D7-C6BA-A44E-F393-EB322812D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B887D921-C957-230D-4F28-8F1F964EEB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Journaling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8D0AE766-4E83-2456-13C0-3D4C177F7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A lot of mapping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Things go wrong all the time 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 storage leaks</a:t>
            </a: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Critical to log events: allows for auto-recovery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ext4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uses JBD2 journaling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Journaling Block Device 2: middle layer between FS &amp; HW driver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Contains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Superblocks: manages journal state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Descriptor: maps the transactors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Data: byte-level modifications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Committer: validates the transactions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Revoker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marks obsolete blocks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Modes:journal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, writeback, ordered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Journal: transact | record metadata (slow, high safety)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Writeback: record metadata  transact (fast, low safety)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Ordered: default; transact 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 record metadata (middle ground)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41568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A6480-56DC-5BBB-06FF-6FB790174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1BC279F4-5038-54CD-03C6-3F4163F963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E2B53760-AEC2-CDAF-E476-808E5BC2B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–Wall –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minifs_demo.c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minifs_demo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minifs_demo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hexdump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–C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virtual_disk.img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| head –n 5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mincore_view.c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mincore_view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mincore_view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big.bin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fiemap_print.c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fiemap_print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filemap_print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big.bin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fsync_bench.c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fsync_bench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fsync_bench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out.bin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64 100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48206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ADCCF-0967-D9CE-E700-0B348C868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DCB161AA-8B36-8DA4-0DC0-A104DDF60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E902A9-7290-BB2B-DBA7-AE9B07894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25" y="840967"/>
            <a:ext cx="8954750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18377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E4BB-8ADA-AC76-056D-4911D70F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0D19BD09-D25F-C409-55E4-CD90BA955D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6973B9-4D24-0609-44D2-76341679F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3868"/>
            <a:ext cx="9144000" cy="12723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ACB2F-6B6E-DE03-A127-07A0D76F6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2" y="3967045"/>
            <a:ext cx="8992855" cy="838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905FE3-1D71-3494-48B9-053E5F6C84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976" y="2692722"/>
            <a:ext cx="8449854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71693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959E2-3B1E-FFB0-29D2-9ADC7F6D7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32A8EC1A-239E-7DB3-4630-BD6B227D3D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A30F31-65BD-8FE6-6D3A-5B4524E33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7258"/>
            <a:ext cx="9144000" cy="17178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CE9FF2-0195-9F15-C593-323767C02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785" y="3054183"/>
            <a:ext cx="6306430" cy="4191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853146-865C-70C0-549B-79457A0A3C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3627" y="4106242"/>
            <a:ext cx="5696745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18476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WSU Brand HEX">
      <a:dk1>
        <a:srgbClr val="000000"/>
      </a:dk1>
      <a:lt1>
        <a:srgbClr val="FFFFFF"/>
      </a:lt1>
      <a:dk2>
        <a:srgbClr val="003C69"/>
      </a:dk2>
      <a:lt2>
        <a:srgbClr val="DBCEAC"/>
      </a:lt2>
      <a:accent1>
        <a:srgbClr val="981E32"/>
      </a:accent1>
      <a:accent2>
        <a:srgbClr val="5E6A71"/>
      </a:accent2>
      <a:accent3>
        <a:srgbClr val="C60C30"/>
      </a:accent3>
      <a:accent4>
        <a:srgbClr val="EC7A08"/>
      </a:accent4>
      <a:accent5>
        <a:srgbClr val="3CB6CE"/>
      </a:accent5>
      <a:accent6>
        <a:srgbClr val="B6BF00"/>
      </a:accent6>
      <a:hlink>
        <a:srgbClr val="452325"/>
      </a:hlink>
      <a:folHlink>
        <a:srgbClr val="FF00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003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AAAD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0033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5">
        <a:dk1>
          <a:srgbClr val="000000"/>
        </a:dk1>
        <a:lt1>
          <a:srgbClr val="FFFFFF"/>
        </a:lt1>
        <a:dk2>
          <a:srgbClr val="000099"/>
        </a:dk2>
        <a:lt2>
          <a:srgbClr val="FFFFFF"/>
        </a:lt2>
        <a:accent1>
          <a:srgbClr val="CC0033"/>
        </a:accent1>
        <a:accent2>
          <a:srgbClr val="000099"/>
        </a:accent2>
        <a:accent3>
          <a:srgbClr val="AAAACA"/>
        </a:accent3>
        <a:accent4>
          <a:srgbClr val="DADADA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6">
        <a:dk1>
          <a:srgbClr val="000000"/>
        </a:dk1>
        <a:lt1>
          <a:srgbClr val="FFFFFF"/>
        </a:lt1>
        <a:dk2>
          <a:srgbClr val="009999"/>
        </a:dk2>
        <a:lt2>
          <a:srgbClr val="FFFFFF"/>
        </a:lt2>
        <a:accent1>
          <a:srgbClr val="CC0033"/>
        </a:accent1>
        <a:accent2>
          <a:srgbClr val="000099"/>
        </a:accent2>
        <a:accent3>
          <a:srgbClr val="AACACA"/>
        </a:accent3>
        <a:accent4>
          <a:srgbClr val="DADADA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6046</TotalTime>
  <Words>877</Words>
  <Application>Microsoft Office PowerPoint</Application>
  <PresentationFormat>On-screen Show (16:9)</PresentationFormat>
  <Paragraphs>174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Consolas</vt:lpstr>
      <vt:lpstr>Lucida Sans</vt:lpstr>
      <vt:lpstr>Times New Roman</vt:lpstr>
      <vt:lpstr>Wingdings</vt:lpstr>
      <vt:lpstr>Default Design</vt:lpstr>
      <vt:lpstr>CptS 360</vt:lpstr>
      <vt:lpstr>Connection from Last Session</vt:lpstr>
      <vt:lpstr>VFS vs CFS</vt:lpstr>
      <vt:lpstr>VFS vs FS</vt:lpstr>
      <vt:lpstr>VFS Data Model</vt:lpstr>
      <vt:lpstr>On-Disk Organization</vt:lpstr>
      <vt:lpstr>INT  EXT Mapping</vt:lpstr>
      <vt:lpstr>FIEMAP</vt:lpstr>
      <vt:lpstr>Journaling</vt:lpstr>
      <vt:lpstr>Journaling</vt:lpstr>
      <vt:lpstr>Demos</vt:lpstr>
      <vt:lpstr>Demos</vt:lpstr>
      <vt:lpstr>Demos</vt:lpstr>
      <vt:lpstr>Demos</vt:lpstr>
    </vt:vector>
  </TitlesOfParts>
  <Company>Washington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Marketing</dc:creator>
  <cp:lastModifiedBy>Jillepalli, Ananth</cp:lastModifiedBy>
  <cp:revision>594</cp:revision>
  <cp:lastPrinted>2014-04-21T18:27:44Z</cp:lastPrinted>
  <dcterms:created xsi:type="dcterms:W3CDTF">2001-10-04T20:08:10Z</dcterms:created>
  <dcterms:modified xsi:type="dcterms:W3CDTF">2026-03-26T19:08:42Z</dcterms:modified>
</cp:coreProperties>
</file>