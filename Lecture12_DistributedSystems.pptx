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04" r:id="rId2"/>
    <p:sldId id="338" r:id="rId3"/>
    <p:sldId id="477" r:id="rId4"/>
    <p:sldId id="502" r:id="rId5"/>
    <p:sldId id="515" r:id="rId6"/>
    <p:sldId id="503" r:id="rId7"/>
    <p:sldId id="508" r:id="rId8"/>
    <p:sldId id="504" r:id="rId9"/>
    <p:sldId id="505" r:id="rId10"/>
    <p:sldId id="506" r:id="rId11"/>
    <p:sldId id="507" r:id="rId12"/>
    <p:sldId id="516" r:id="rId13"/>
    <p:sldId id="509" r:id="rId14"/>
    <p:sldId id="517" r:id="rId15"/>
    <p:sldId id="494" r:id="rId16"/>
    <p:sldId id="511" r:id="rId17"/>
    <p:sldId id="512" r:id="rId18"/>
    <p:sldId id="510" r:id="rId19"/>
    <p:sldId id="513" r:id="rId20"/>
    <p:sldId id="496" r:id="rId21"/>
    <p:sldId id="514" r:id="rId22"/>
    <p:sldId id="519" r:id="rId23"/>
    <p:sldId id="522" r:id="rId24"/>
    <p:sldId id="520" r:id="rId25"/>
    <p:sldId id="521" r:id="rId26"/>
    <p:sldId id="523" r:id="rId27"/>
    <p:sldId id="524" r:id="rId28"/>
    <p:sldId id="525" r:id="rId29"/>
  </p:sldIdLst>
  <p:sldSz cx="9144000" cy="5143500" type="screen16x9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6">
          <p15:clr>
            <a:srgbClr val="A4A3A4"/>
          </p15:clr>
        </p15:guide>
        <p15:guide id="2" pos="3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0C30"/>
    <a:srgbClr val="EAEAEA"/>
    <a:srgbClr val="DBCEAC"/>
    <a:srgbClr val="3CB6CE"/>
    <a:srgbClr val="B6BF00"/>
    <a:srgbClr val="EC7A00"/>
    <a:srgbClr val="003C69"/>
    <a:srgbClr val="452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5" autoAdjust="0"/>
    <p:restoredTop sz="97674" autoAdjust="0"/>
  </p:normalViewPr>
  <p:slideViewPr>
    <p:cSldViewPr snapToGrid="0">
      <p:cViewPr varScale="1">
        <p:scale>
          <a:sx n="140" d="100"/>
          <a:sy n="140" d="100"/>
        </p:scale>
        <p:origin x="864" y="102"/>
      </p:cViewPr>
      <p:guideLst>
        <p:guide orient="horz" pos="486"/>
        <p:guide pos="37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-2004" y="-96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llepalli, Ananth" userId="c67baff2-5b80-4b31-8765-653e91404522" providerId="ADAL" clId="{57776F82-62D0-4C7B-849E-24517F3C801E}"/>
    <pc:docChg chg="undo redo custSel addSld delSld modSld sldOrd">
      <pc:chgData name="Jillepalli, Ananth" userId="c67baff2-5b80-4b31-8765-653e91404522" providerId="ADAL" clId="{57776F82-62D0-4C7B-849E-24517F3C801E}" dt="2026-04-09T16:17:28.778" v="30387" actId="20577"/>
      <pc:docMkLst>
        <pc:docMk/>
      </pc:docMkLst>
      <pc:sldChg chg="modSp mod">
        <pc:chgData name="Jillepalli, Ananth" userId="c67baff2-5b80-4b31-8765-653e91404522" providerId="ADAL" clId="{57776F82-62D0-4C7B-849E-24517F3C801E}" dt="2026-04-07T18:57:55.915" v="21553" actId="20577"/>
        <pc:sldMkLst>
          <pc:docMk/>
          <pc:sldMk cId="0" sldId="304"/>
        </pc:sldMkLst>
        <pc:spChg chg="mod">
          <ac:chgData name="Jillepalli, Ananth" userId="c67baff2-5b80-4b31-8765-653e91404522" providerId="ADAL" clId="{57776F82-62D0-4C7B-849E-24517F3C801E}" dt="2026-04-07T18:57:55.915" v="21553" actId="20577"/>
          <ac:spMkLst>
            <pc:docMk/>
            <pc:sldMk cId="0" sldId="304"/>
            <ac:spMk id="5123" creationId="{486AF756-BFA2-DDA1-C6FD-5C6FB8363737}"/>
          </ac:spMkLst>
        </pc:spChg>
      </pc:sldChg>
      <pc:sldChg chg="modSp mod">
        <pc:chgData name="Jillepalli, Ananth" userId="c67baff2-5b80-4b31-8765-653e91404522" providerId="ADAL" clId="{57776F82-62D0-4C7B-849E-24517F3C801E}" dt="2026-04-07T19:01:56.448" v="21951" actId="20577"/>
        <pc:sldMkLst>
          <pc:docMk/>
          <pc:sldMk cId="0" sldId="338"/>
        </pc:sldMkLst>
        <pc:spChg chg="mod">
          <ac:chgData name="Jillepalli, Ananth" userId="c67baff2-5b80-4b31-8765-653e91404522" providerId="ADAL" clId="{57776F82-62D0-4C7B-849E-24517F3C801E}" dt="2026-03-26T16:07:53.421" v="4563" actId="20577"/>
          <ac:spMkLst>
            <pc:docMk/>
            <pc:sldMk cId="0" sldId="338"/>
            <ac:spMk id="7170" creationId="{18FDA59A-CF67-4908-3879-02F7D6C4C29D}"/>
          </ac:spMkLst>
        </pc:spChg>
        <pc:spChg chg="mod">
          <ac:chgData name="Jillepalli, Ananth" userId="c67baff2-5b80-4b31-8765-653e91404522" providerId="ADAL" clId="{57776F82-62D0-4C7B-849E-24517F3C801E}" dt="2026-04-07T19:01:56.448" v="21951" actId="20577"/>
          <ac:spMkLst>
            <pc:docMk/>
            <pc:sldMk cId="0" sldId="338"/>
            <ac:spMk id="7171" creationId="{5CDB970E-A4FF-28C8-69F6-663008CD0768}"/>
          </ac:spMkLst>
        </pc:spChg>
      </pc:sldChg>
      <pc:sldChg chg="modSp add mod ord">
        <pc:chgData name="Jillepalli, Ananth" userId="c67baff2-5b80-4b31-8765-653e91404522" providerId="ADAL" clId="{57776F82-62D0-4C7B-849E-24517F3C801E}" dt="2026-04-09T16:13:08.927" v="30361" actId="20577"/>
        <pc:sldMkLst>
          <pc:docMk/>
          <pc:sldMk cId="3564931335" sldId="477"/>
        </pc:sldMkLst>
        <pc:spChg chg="mod">
          <ac:chgData name="Jillepalli, Ananth" userId="c67baff2-5b80-4b31-8765-653e91404522" providerId="ADAL" clId="{57776F82-62D0-4C7B-849E-24517F3C801E}" dt="2026-04-07T19:02:15.113" v="21987" actId="20577"/>
          <ac:spMkLst>
            <pc:docMk/>
            <pc:sldMk cId="3564931335" sldId="477"/>
            <ac:spMk id="11266" creationId="{5137538B-2D6B-EDBE-53B6-7475B8013CC7}"/>
          </ac:spMkLst>
        </pc:spChg>
        <pc:spChg chg="mod">
          <ac:chgData name="Jillepalli, Ananth" userId="c67baff2-5b80-4b31-8765-653e91404522" providerId="ADAL" clId="{57776F82-62D0-4C7B-849E-24517F3C801E}" dt="2026-04-09T16:13:08.927" v="30361" actId="20577"/>
          <ac:spMkLst>
            <pc:docMk/>
            <pc:sldMk cId="3564931335" sldId="477"/>
            <ac:spMk id="11267" creationId="{62F6A025-D511-ADFF-EBF0-3AFC3DF2BED6}"/>
          </ac:spMkLst>
        </pc:spChg>
      </pc:sldChg>
      <pc:sldChg chg="addSp modSp add mod">
        <pc:chgData name="Jillepalli, Ananth" userId="c67baff2-5b80-4b31-8765-653e91404522" providerId="ADAL" clId="{57776F82-62D0-4C7B-849E-24517F3C801E}" dt="2026-04-07T20:32:07.346" v="26831" actId="20577"/>
        <pc:sldMkLst>
          <pc:docMk/>
          <pc:sldMk cId="2528530262" sldId="494"/>
        </pc:sldMkLst>
        <pc:spChg chg="mod">
          <ac:chgData name="Jillepalli, Ananth" userId="c67baff2-5b80-4b31-8765-653e91404522" providerId="ADAL" clId="{57776F82-62D0-4C7B-849E-24517F3C801E}" dt="2026-04-07T20:22:17.272" v="26609" actId="20577"/>
          <ac:spMkLst>
            <pc:docMk/>
            <pc:sldMk cId="2528530262" sldId="494"/>
            <ac:spMk id="11266" creationId="{30EA1C33-F6B3-B1AC-7499-489CDF58DCFA}"/>
          </ac:spMkLst>
        </pc:spChg>
        <pc:spChg chg="mod">
          <ac:chgData name="Jillepalli, Ananth" userId="c67baff2-5b80-4b31-8765-653e91404522" providerId="ADAL" clId="{57776F82-62D0-4C7B-849E-24517F3C801E}" dt="2026-04-07T20:32:07.346" v="26831" actId="20577"/>
          <ac:spMkLst>
            <pc:docMk/>
            <pc:sldMk cId="2528530262" sldId="494"/>
            <ac:spMk id="11267" creationId="{E617855E-7493-4E74-3098-0421CC10835B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4-07T20:34:38.042" v="26834" actId="1076"/>
        <pc:sldMkLst>
          <pc:docMk/>
          <pc:sldMk cId="3433553349" sldId="496"/>
        </pc:sldMkLst>
        <pc:picChg chg="add mod">
          <ac:chgData name="Jillepalli, Ananth" userId="c67baff2-5b80-4b31-8765-653e91404522" providerId="ADAL" clId="{57776F82-62D0-4C7B-849E-24517F3C801E}" dt="2026-04-07T20:34:38.042" v="26834" actId="1076"/>
          <ac:picMkLst>
            <pc:docMk/>
            <pc:sldMk cId="3433553349" sldId="496"/>
            <ac:picMk id="4" creationId="{0784C75B-D114-3F03-77C9-5C428F3E8F8E}"/>
          </ac:picMkLst>
        </pc:picChg>
      </pc:sldChg>
      <pc:sldChg chg="modSp add mod">
        <pc:chgData name="Jillepalli, Ananth" userId="c67baff2-5b80-4b31-8765-653e91404522" providerId="ADAL" clId="{57776F82-62D0-4C7B-849E-24517F3C801E}" dt="2026-04-07T19:42:42.987" v="23435" actId="20577"/>
        <pc:sldMkLst>
          <pc:docMk/>
          <pc:sldMk cId="3783396312" sldId="502"/>
        </pc:sldMkLst>
        <pc:spChg chg="mod">
          <ac:chgData name="Jillepalli, Ananth" userId="c67baff2-5b80-4b31-8765-653e91404522" providerId="ADAL" clId="{57776F82-62D0-4C7B-849E-24517F3C801E}" dt="2026-04-07T19:36:48.581" v="22798" actId="20577"/>
          <ac:spMkLst>
            <pc:docMk/>
            <pc:sldMk cId="3783396312" sldId="502"/>
            <ac:spMk id="11266" creationId="{A6D384E6-3A36-0752-5597-AFCF009173EC}"/>
          </ac:spMkLst>
        </pc:spChg>
        <pc:spChg chg="mod">
          <ac:chgData name="Jillepalli, Ananth" userId="c67baff2-5b80-4b31-8765-653e91404522" providerId="ADAL" clId="{57776F82-62D0-4C7B-849E-24517F3C801E}" dt="2026-04-07T19:42:42.987" v="23435" actId="20577"/>
          <ac:spMkLst>
            <pc:docMk/>
            <pc:sldMk cId="3783396312" sldId="502"/>
            <ac:spMk id="11267" creationId="{5549E3CD-D459-E846-2252-29491420D569}"/>
          </ac:spMkLst>
        </pc:spChg>
      </pc:sldChg>
      <pc:sldChg chg="modSp add mod">
        <pc:chgData name="Jillepalli, Ananth" userId="c67baff2-5b80-4b31-8765-653e91404522" providerId="ADAL" clId="{57776F82-62D0-4C7B-849E-24517F3C801E}" dt="2026-04-09T16:17:28.778" v="30387" actId="20577"/>
        <pc:sldMkLst>
          <pc:docMk/>
          <pc:sldMk cId="3715392687" sldId="503"/>
        </pc:sldMkLst>
        <pc:spChg chg="mod">
          <ac:chgData name="Jillepalli, Ananth" userId="c67baff2-5b80-4b31-8765-653e91404522" providerId="ADAL" clId="{57776F82-62D0-4C7B-849E-24517F3C801E}" dt="2026-04-09T16:17:28.778" v="30387" actId="20577"/>
          <ac:spMkLst>
            <pc:docMk/>
            <pc:sldMk cId="3715392687" sldId="503"/>
            <ac:spMk id="11267" creationId="{C9D1A152-E8B6-9E24-4699-5E6996E90474}"/>
          </ac:spMkLst>
        </pc:spChg>
      </pc:sldChg>
      <pc:sldChg chg="modSp add mod">
        <pc:chgData name="Jillepalli, Ananth" userId="c67baff2-5b80-4b31-8765-653e91404522" providerId="ADAL" clId="{57776F82-62D0-4C7B-849E-24517F3C801E}" dt="2026-04-07T19:54:43.753" v="24919" actId="6549"/>
        <pc:sldMkLst>
          <pc:docMk/>
          <pc:sldMk cId="3780668626" sldId="504"/>
        </pc:sldMkLst>
        <pc:spChg chg="mod">
          <ac:chgData name="Jillepalli, Ananth" userId="c67baff2-5b80-4b31-8765-653e91404522" providerId="ADAL" clId="{57776F82-62D0-4C7B-849E-24517F3C801E}" dt="2026-04-07T19:48:07.473" v="24064" actId="20577"/>
          <ac:spMkLst>
            <pc:docMk/>
            <pc:sldMk cId="3780668626" sldId="504"/>
            <ac:spMk id="11266" creationId="{537DB91F-B3DB-7FF4-F5E5-A749FB16DEF2}"/>
          </ac:spMkLst>
        </pc:spChg>
        <pc:spChg chg="mod">
          <ac:chgData name="Jillepalli, Ananth" userId="c67baff2-5b80-4b31-8765-653e91404522" providerId="ADAL" clId="{57776F82-62D0-4C7B-849E-24517F3C801E}" dt="2026-04-07T19:54:43.753" v="24919" actId="6549"/>
          <ac:spMkLst>
            <pc:docMk/>
            <pc:sldMk cId="3780668626" sldId="504"/>
            <ac:spMk id="11267" creationId="{042C4F8B-F99D-A2FC-394E-CE8FAA832377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4-07T20:12:02.531" v="26007" actId="5793"/>
        <pc:sldMkLst>
          <pc:docMk/>
          <pc:sldMk cId="574634897" sldId="505"/>
        </pc:sldMkLst>
        <pc:spChg chg="mod">
          <ac:chgData name="Jillepalli, Ananth" userId="c67baff2-5b80-4b31-8765-653e91404522" providerId="ADAL" clId="{57776F82-62D0-4C7B-849E-24517F3C801E}" dt="2026-04-07T19:55:40.245" v="24930" actId="20577"/>
          <ac:spMkLst>
            <pc:docMk/>
            <pc:sldMk cId="574634897" sldId="505"/>
            <ac:spMk id="11266" creationId="{1D553A79-3E21-EEB9-D033-302B2EDA991E}"/>
          </ac:spMkLst>
        </pc:spChg>
        <pc:spChg chg="mod">
          <ac:chgData name="Jillepalli, Ananth" userId="c67baff2-5b80-4b31-8765-653e91404522" providerId="ADAL" clId="{57776F82-62D0-4C7B-849E-24517F3C801E}" dt="2026-04-07T20:12:02.531" v="26007" actId="5793"/>
          <ac:spMkLst>
            <pc:docMk/>
            <pc:sldMk cId="574634897" sldId="505"/>
            <ac:spMk id="11267" creationId="{70A07492-622C-568A-BBD0-815086628986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4-07T20:02:31.417" v="25426"/>
        <pc:sldMkLst>
          <pc:docMk/>
          <pc:sldMk cId="4027003128" sldId="506"/>
        </pc:sldMkLst>
        <pc:grpChg chg="mod">
          <ac:chgData name="Jillepalli, Ananth" userId="c67baff2-5b80-4b31-8765-653e91404522" providerId="ADAL" clId="{57776F82-62D0-4C7B-849E-24517F3C801E}" dt="2026-04-07T20:02:25.710" v="25419"/>
          <ac:grpSpMkLst>
            <pc:docMk/>
            <pc:sldMk cId="4027003128" sldId="506"/>
            <ac:grpSpMk id="6" creationId="{F21D7E54-5FF2-0EE9-56E8-063D3F828FE8}"/>
          </ac:grpSpMkLst>
        </pc:grpChg>
        <pc:picChg chg="add mod">
          <ac:chgData name="Jillepalli, Ananth" userId="c67baff2-5b80-4b31-8765-653e91404522" providerId="ADAL" clId="{57776F82-62D0-4C7B-849E-24517F3C801E}" dt="2026-04-07T20:02:01.097" v="25416" actId="1076"/>
          <ac:picMkLst>
            <pc:docMk/>
            <pc:sldMk cId="4027003128" sldId="506"/>
            <ac:picMk id="4" creationId="{A1C0E5DF-0F59-75D8-E7B1-01546FAD3FE6}"/>
          </ac:picMkLst>
        </pc:picChg>
        <pc:picChg chg="add mod">
          <ac:chgData name="Jillepalli, Ananth" userId="c67baff2-5b80-4b31-8765-653e91404522" providerId="ADAL" clId="{57776F82-62D0-4C7B-849E-24517F3C801E}" dt="2026-04-07T20:01:56.213" v="25414" actId="1076"/>
          <ac:picMkLst>
            <pc:docMk/>
            <pc:sldMk cId="4027003128" sldId="506"/>
            <ac:picMk id="2050" creationId="{638E1C4D-13F9-A117-7EC7-CDAB415DA6AD}"/>
          </ac:picMkLst>
        </pc:picChg>
        <pc:inkChg chg="add mod">
          <ac:chgData name="Jillepalli, Ananth" userId="c67baff2-5b80-4b31-8765-653e91404522" providerId="ADAL" clId="{57776F82-62D0-4C7B-849E-24517F3C801E}" dt="2026-04-07T20:02:25.710" v="25419"/>
          <ac:inkMkLst>
            <pc:docMk/>
            <pc:sldMk cId="4027003128" sldId="506"/>
            <ac:inkMk id="3" creationId="{6018234E-CD4A-144D-3602-97B10797AAB3}"/>
          </ac:inkMkLst>
        </pc:inkChg>
        <pc:inkChg chg="add mod">
          <ac:chgData name="Jillepalli, Ananth" userId="c67baff2-5b80-4b31-8765-653e91404522" providerId="ADAL" clId="{57776F82-62D0-4C7B-849E-24517F3C801E}" dt="2026-04-07T20:02:25.710" v="25419"/>
          <ac:inkMkLst>
            <pc:docMk/>
            <pc:sldMk cId="4027003128" sldId="506"/>
            <ac:inkMk id="5" creationId="{7BEC171C-3F54-4AE1-D933-B9BAF5E2546A}"/>
          </ac:inkMkLst>
        </pc:inkChg>
        <pc:inkChg chg="add mod">
          <ac:chgData name="Jillepalli, Ananth" userId="c67baff2-5b80-4b31-8765-653e91404522" providerId="ADAL" clId="{57776F82-62D0-4C7B-849E-24517F3C801E}" dt="2026-04-07T20:02:29.201" v="25424"/>
          <ac:inkMkLst>
            <pc:docMk/>
            <pc:sldMk cId="4027003128" sldId="506"/>
            <ac:inkMk id="7" creationId="{E8C8BEF6-94A3-B93A-ADD8-BEC3CC4C46D1}"/>
          </ac:inkMkLst>
        </pc:inkChg>
        <pc:inkChg chg="add">
          <ac:chgData name="Jillepalli, Ananth" userId="c67baff2-5b80-4b31-8765-653e91404522" providerId="ADAL" clId="{57776F82-62D0-4C7B-849E-24517F3C801E}" dt="2026-04-07T20:02:31.417" v="25426"/>
          <ac:inkMkLst>
            <pc:docMk/>
            <pc:sldMk cId="4027003128" sldId="506"/>
            <ac:inkMk id="11" creationId="{20C5C2BF-4204-033B-4E9E-A98AF172C4BA}"/>
          </ac:inkMkLst>
        </pc:inkChg>
      </pc:sldChg>
      <pc:sldChg chg="modSp add mod">
        <pc:chgData name="Jillepalli, Ananth" userId="c67baff2-5b80-4b31-8765-653e91404522" providerId="ADAL" clId="{57776F82-62D0-4C7B-849E-24517F3C801E}" dt="2026-04-07T20:09:46.800" v="25986" actId="6549"/>
        <pc:sldMkLst>
          <pc:docMk/>
          <pc:sldMk cId="1797370081" sldId="507"/>
        </pc:sldMkLst>
        <pc:spChg chg="mod">
          <ac:chgData name="Jillepalli, Ananth" userId="c67baff2-5b80-4b31-8765-653e91404522" providerId="ADAL" clId="{57776F82-62D0-4C7B-849E-24517F3C801E}" dt="2026-04-07T20:09:46.800" v="25986" actId="6549"/>
          <ac:spMkLst>
            <pc:docMk/>
            <pc:sldMk cId="1797370081" sldId="507"/>
            <ac:spMk id="11267" creationId="{F2D13A65-0723-D01D-8D89-78F3F62437FE}"/>
          </ac:spMkLst>
        </pc:spChg>
      </pc:sldChg>
      <pc:sldChg chg="addSp delSp modSp add mod ord">
        <pc:chgData name="Jillepalli, Ananth" userId="c67baff2-5b80-4b31-8765-653e91404522" providerId="ADAL" clId="{57776F82-62D0-4C7B-849E-24517F3C801E}" dt="2026-04-07T20:04:27.887" v="25441" actId="167"/>
        <pc:sldMkLst>
          <pc:docMk/>
          <pc:sldMk cId="3985548057" sldId="508"/>
        </pc:sldMkLst>
        <pc:picChg chg="add mod">
          <ac:chgData name="Jillepalli, Ananth" userId="c67baff2-5b80-4b31-8765-653e91404522" providerId="ADAL" clId="{57776F82-62D0-4C7B-849E-24517F3C801E}" dt="2026-04-07T20:03:42.120" v="25437" actId="1076"/>
          <ac:picMkLst>
            <pc:docMk/>
            <pc:sldMk cId="3985548057" sldId="508"/>
            <ac:picMk id="3074" creationId="{270CE2AA-FF6A-2575-639C-419A1F89A922}"/>
          </ac:picMkLst>
        </pc:picChg>
        <pc:picChg chg="add mod">
          <ac:chgData name="Jillepalli, Ananth" userId="c67baff2-5b80-4b31-8765-653e91404522" providerId="ADAL" clId="{57776F82-62D0-4C7B-849E-24517F3C801E}" dt="2026-04-07T20:04:27.887" v="25441" actId="167"/>
          <ac:picMkLst>
            <pc:docMk/>
            <pc:sldMk cId="3985548057" sldId="508"/>
            <ac:picMk id="3076" creationId="{CC48D7FB-E092-8AC2-9044-37548151026A}"/>
          </ac:picMkLst>
        </pc:picChg>
      </pc:sldChg>
      <pc:sldChg chg="modSp add mod">
        <pc:chgData name="Jillepalli, Ananth" userId="c67baff2-5b80-4b31-8765-653e91404522" providerId="ADAL" clId="{57776F82-62D0-4C7B-849E-24517F3C801E}" dt="2026-04-07T20:19:28.796" v="26607" actId="20577"/>
        <pc:sldMkLst>
          <pc:docMk/>
          <pc:sldMk cId="2306124973" sldId="509"/>
        </pc:sldMkLst>
        <pc:spChg chg="mod">
          <ac:chgData name="Jillepalli, Ananth" userId="c67baff2-5b80-4b31-8765-653e91404522" providerId="ADAL" clId="{57776F82-62D0-4C7B-849E-24517F3C801E}" dt="2026-04-07T20:18:49.889" v="26548" actId="20577"/>
          <ac:spMkLst>
            <pc:docMk/>
            <pc:sldMk cId="2306124973" sldId="509"/>
            <ac:spMk id="11266" creationId="{B9ED19CD-59D0-A808-632C-DDDF0D3F966A}"/>
          </ac:spMkLst>
        </pc:spChg>
        <pc:spChg chg="mod">
          <ac:chgData name="Jillepalli, Ananth" userId="c67baff2-5b80-4b31-8765-653e91404522" providerId="ADAL" clId="{57776F82-62D0-4C7B-849E-24517F3C801E}" dt="2026-04-07T20:19:28.796" v="26607" actId="20577"/>
          <ac:spMkLst>
            <pc:docMk/>
            <pc:sldMk cId="2306124973" sldId="509"/>
            <ac:spMk id="11267" creationId="{3B961FE5-589F-B00B-D272-4F5B515DFE4C}"/>
          </ac:spMkLst>
        </pc:spChg>
      </pc:sldChg>
      <pc:sldChg chg="addSp delSp modSp add mod ord">
        <pc:chgData name="Jillepalli, Ananth" userId="c67baff2-5b80-4b31-8765-653e91404522" providerId="ADAL" clId="{57776F82-62D0-4C7B-849E-24517F3C801E}" dt="2026-04-07T20:35:24.833" v="26840"/>
        <pc:sldMkLst>
          <pc:docMk/>
          <pc:sldMk cId="3260834596" sldId="510"/>
        </pc:sldMkLst>
        <pc:picChg chg="add mod">
          <ac:chgData name="Jillepalli, Ananth" userId="c67baff2-5b80-4b31-8765-653e91404522" providerId="ADAL" clId="{57776F82-62D0-4C7B-849E-24517F3C801E}" dt="2026-04-07T20:35:22.995" v="26838" actId="1076"/>
          <ac:picMkLst>
            <pc:docMk/>
            <pc:sldMk cId="3260834596" sldId="510"/>
            <ac:picMk id="3" creationId="{2EAB4A95-A860-0BD5-B388-E109C0FA324A}"/>
          </ac:picMkLst>
        </pc:picChg>
      </pc:sldChg>
      <pc:sldChg chg="addSp delSp modSp add mod ord">
        <pc:chgData name="Jillepalli, Ananth" userId="c67baff2-5b80-4b31-8765-653e91404522" providerId="ADAL" clId="{57776F82-62D0-4C7B-849E-24517F3C801E}" dt="2026-04-07T20:35:54.623" v="26846"/>
        <pc:sldMkLst>
          <pc:docMk/>
          <pc:sldMk cId="774507919" sldId="511"/>
        </pc:sldMkLst>
        <pc:picChg chg="add mod">
          <ac:chgData name="Jillepalli, Ananth" userId="c67baff2-5b80-4b31-8765-653e91404522" providerId="ADAL" clId="{57776F82-62D0-4C7B-849E-24517F3C801E}" dt="2026-04-07T20:35:52.635" v="26844" actId="1076"/>
          <ac:picMkLst>
            <pc:docMk/>
            <pc:sldMk cId="774507919" sldId="511"/>
            <ac:picMk id="4" creationId="{A80B1136-1875-89E2-0A86-890D8C267F34}"/>
          </ac:picMkLst>
        </pc:picChg>
      </pc:sldChg>
      <pc:sldChg chg="addSp delSp modSp add mod">
        <pc:chgData name="Jillepalli, Ananth" userId="c67baff2-5b80-4b31-8765-653e91404522" providerId="ADAL" clId="{57776F82-62D0-4C7B-849E-24517F3C801E}" dt="2026-04-07T20:36:41.277" v="26850" actId="1076"/>
        <pc:sldMkLst>
          <pc:docMk/>
          <pc:sldMk cId="3263661538" sldId="512"/>
        </pc:sldMkLst>
        <pc:picChg chg="add mod">
          <ac:chgData name="Jillepalli, Ananth" userId="c67baff2-5b80-4b31-8765-653e91404522" providerId="ADAL" clId="{57776F82-62D0-4C7B-849E-24517F3C801E}" dt="2026-04-07T20:36:41.277" v="26850" actId="1076"/>
          <ac:picMkLst>
            <pc:docMk/>
            <pc:sldMk cId="3263661538" sldId="512"/>
            <ac:picMk id="3" creationId="{19944B6C-ACEF-A052-0F35-E58346C22E22}"/>
          </ac:picMkLst>
        </pc:picChg>
      </pc:sldChg>
      <pc:sldChg chg="addSp delSp modSp add mod">
        <pc:chgData name="Jillepalli, Ananth" userId="c67baff2-5b80-4b31-8765-653e91404522" providerId="ADAL" clId="{57776F82-62D0-4C7B-849E-24517F3C801E}" dt="2026-04-07T20:37:31.150" v="26854" actId="1076"/>
        <pc:sldMkLst>
          <pc:docMk/>
          <pc:sldMk cId="1485686315" sldId="513"/>
        </pc:sldMkLst>
        <pc:picChg chg="add mod">
          <ac:chgData name="Jillepalli, Ananth" userId="c67baff2-5b80-4b31-8765-653e91404522" providerId="ADAL" clId="{57776F82-62D0-4C7B-849E-24517F3C801E}" dt="2026-04-07T20:37:31.150" v="26854" actId="1076"/>
          <ac:picMkLst>
            <pc:docMk/>
            <pc:sldMk cId="1485686315" sldId="513"/>
            <ac:picMk id="4" creationId="{711D2E24-9F35-98BE-4D8D-7EE81EF72833}"/>
          </ac:picMkLst>
        </pc:picChg>
      </pc:sldChg>
      <pc:sldChg chg="modSp add mod ord">
        <pc:chgData name="Jillepalli, Ananth" userId="c67baff2-5b80-4b31-8765-653e91404522" providerId="ADAL" clId="{57776F82-62D0-4C7B-849E-24517F3C801E}" dt="2026-04-07T21:53:10.510" v="29097" actId="6549"/>
        <pc:sldMkLst>
          <pc:docMk/>
          <pc:sldMk cId="81704636" sldId="514"/>
        </pc:sldMkLst>
        <pc:spChg chg="mod">
          <ac:chgData name="Jillepalli, Ananth" userId="c67baff2-5b80-4b31-8765-653e91404522" providerId="ADAL" clId="{57776F82-62D0-4C7B-849E-24517F3C801E}" dt="2026-04-07T21:23:34.173" v="28077" actId="20577"/>
          <ac:spMkLst>
            <pc:docMk/>
            <pc:sldMk cId="81704636" sldId="514"/>
            <ac:spMk id="11266" creationId="{837AF057-8B34-D0CD-2D72-27F9E23E1A07}"/>
          </ac:spMkLst>
        </pc:spChg>
        <pc:spChg chg="mod">
          <ac:chgData name="Jillepalli, Ananth" userId="c67baff2-5b80-4b31-8765-653e91404522" providerId="ADAL" clId="{57776F82-62D0-4C7B-849E-24517F3C801E}" dt="2026-04-07T21:53:10.510" v="29097" actId="6549"/>
          <ac:spMkLst>
            <pc:docMk/>
            <pc:sldMk cId="81704636" sldId="514"/>
            <ac:spMk id="11267" creationId="{BA38A700-213D-E20E-B8B3-842DCACC21DB}"/>
          </ac:spMkLst>
        </pc:spChg>
      </pc:sldChg>
      <pc:sldChg chg="modSp add mod">
        <pc:chgData name="Jillepalli, Ananth" userId="c67baff2-5b80-4b31-8765-653e91404522" providerId="ADAL" clId="{57776F82-62D0-4C7B-849E-24517F3C801E}" dt="2026-04-09T16:16:40.857" v="30362" actId="20577"/>
        <pc:sldMkLst>
          <pc:docMk/>
          <pc:sldMk cId="1646240105" sldId="515"/>
        </pc:sldMkLst>
        <pc:spChg chg="mod">
          <ac:chgData name="Jillepalli, Ananth" userId="c67baff2-5b80-4b31-8765-653e91404522" providerId="ADAL" clId="{57776F82-62D0-4C7B-849E-24517F3C801E}" dt="2026-04-07T20:56:10.251" v="26907" actId="20577"/>
          <ac:spMkLst>
            <pc:docMk/>
            <pc:sldMk cId="1646240105" sldId="515"/>
            <ac:spMk id="11266" creationId="{D758F657-285D-AD34-0FED-C2B96FE06894}"/>
          </ac:spMkLst>
        </pc:spChg>
        <pc:spChg chg="mod">
          <ac:chgData name="Jillepalli, Ananth" userId="c67baff2-5b80-4b31-8765-653e91404522" providerId="ADAL" clId="{57776F82-62D0-4C7B-849E-24517F3C801E}" dt="2026-04-09T16:16:40.857" v="30362" actId="20577"/>
          <ac:spMkLst>
            <pc:docMk/>
            <pc:sldMk cId="1646240105" sldId="515"/>
            <ac:spMk id="11267" creationId="{43286D78-9333-81CA-2BF7-F4C2F593E087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4-07T21:11:43.257" v="27957" actId="20577"/>
        <pc:sldMkLst>
          <pc:docMk/>
          <pc:sldMk cId="2616352198" sldId="516"/>
        </pc:sldMkLst>
        <pc:spChg chg="mod">
          <ac:chgData name="Jillepalli, Ananth" userId="c67baff2-5b80-4b31-8765-653e91404522" providerId="ADAL" clId="{57776F82-62D0-4C7B-849E-24517F3C801E}" dt="2026-04-07T21:07:10.836" v="27617" actId="20577"/>
          <ac:spMkLst>
            <pc:docMk/>
            <pc:sldMk cId="2616352198" sldId="516"/>
            <ac:spMk id="11266" creationId="{0E1D0EA1-6C34-B2C9-36B5-44136C351C4A}"/>
          </ac:spMkLst>
        </pc:spChg>
        <pc:spChg chg="mod">
          <ac:chgData name="Jillepalli, Ananth" userId="c67baff2-5b80-4b31-8765-653e91404522" providerId="ADAL" clId="{57776F82-62D0-4C7B-849E-24517F3C801E}" dt="2026-04-07T21:11:43.257" v="27957" actId="20577"/>
          <ac:spMkLst>
            <pc:docMk/>
            <pc:sldMk cId="2616352198" sldId="516"/>
            <ac:spMk id="11267" creationId="{B31EF3E7-2C55-4054-7C29-4367FBEEB612}"/>
          </ac:spMkLst>
        </pc:spChg>
        <pc:picChg chg="add mod">
          <ac:chgData name="Jillepalli, Ananth" userId="c67baff2-5b80-4b31-8765-653e91404522" providerId="ADAL" clId="{57776F82-62D0-4C7B-849E-24517F3C801E}" dt="2026-04-07T21:09:32.414" v="27740" actId="1076"/>
          <ac:picMkLst>
            <pc:docMk/>
            <pc:sldMk cId="2616352198" sldId="516"/>
            <ac:picMk id="3" creationId="{80B9A28F-6128-6403-0D63-53A7DBFEAEE4}"/>
          </ac:picMkLst>
        </pc:picChg>
      </pc:sldChg>
      <pc:sldChg chg="addSp modSp add mod ord">
        <pc:chgData name="Jillepalli, Ananth" userId="c67baff2-5b80-4b31-8765-653e91404522" providerId="ADAL" clId="{57776F82-62D0-4C7B-849E-24517F3C801E}" dt="2026-04-07T22:37:04.882" v="29980" actId="20577"/>
        <pc:sldMkLst>
          <pc:docMk/>
          <pc:sldMk cId="3533891036" sldId="517"/>
        </pc:sldMkLst>
        <pc:spChg chg="mod">
          <ac:chgData name="Jillepalli, Ananth" userId="c67baff2-5b80-4b31-8765-653e91404522" providerId="ADAL" clId="{57776F82-62D0-4C7B-849E-24517F3C801E}" dt="2026-04-07T22:37:04.882" v="29980" actId="20577"/>
          <ac:spMkLst>
            <pc:docMk/>
            <pc:sldMk cId="3533891036" sldId="517"/>
            <ac:spMk id="11267" creationId="{06322F8B-143D-DBEB-4557-CB947E2CC90F}"/>
          </ac:spMkLst>
        </pc:spChg>
        <pc:picChg chg="add mod">
          <ac:chgData name="Jillepalli, Ananth" userId="c67baff2-5b80-4b31-8765-653e91404522" providerId="ADAL" clId="{57776F82-62D0-4C7B-849E-24517F3C801E}" dt="2026-04-07T21:16:53.623" v="28043" actId="1076"/>
          <ac:picMkLst>
            <pc:docMk/>
            <pc:sldMk cId="3533891036" sldId="517"/>
            <ac:picMk id="3" creationId="{4C08659A-1690-8D58-97D5-2542FDF7E2DD}"/>
          </ac:picMkLst>
        </pc:picChg>
        <pc:picChg chg="add mod">
          <ac:chgData name="Jillepalli, Ananth" userId="c67baff2-5b80-4b31-8765-653e91404522" providerId="ADAL" clId="{57776F82-62D0-4C7B-849E-24517F3C801E}" dt="2026-04-07T21:17:15.111" v="28045" actId="1076"/>
          <ac:picMkLst>
            <pc:docMk/>
            <pc:sldMk cId="3533891036" sldId="517"/>
            <ac:picMk id="5" creationId="{8A2D56EA-D77B-EAB8-8DFB-0879439D3F88}"/>
          </ac:picMkLst>
        </pc:picChg>
        <pc:picChg chg="add mod">
          <ac:chgData name="Jillepalli, Ananth" userId="c67baff2-5b80-4b31-8765-653e91404522" providerId="ADAL" clId="{57776F82-62D0-4C7B-849E-24517F3C801E}" dt="2026-04-07T21:17:39.087" v="28047" actId="1076"/>
          <ac:picMkLst>
            <pc:docMk/>
            <pc:sldMk cId="3533891036" sldId="517"/>
            <ac:picMk id="7" creationId="{8CDD4ECD-2736-6930-8C0D-2A9A621C6CB8}"/>
          </ac:picMkLst>
        </pc:picChg>
      </pc:sldChg>
      <pc:sldChg chg="addSp delSp modSp add mod ord">
        <pc:chgData name="Jillepalli, Ananth" userId="c67baff2-5b80-4b31-8765-653e91404522" providerId="ADAL" clId="{57776F82-62D0-4C7B-849E-24517F3C801E}" dt="2026-04-07T22:00:49.311" v="29131"/>
        <pc:sldMkLst>
          <pc:docMk/>
          <pc:sldMk cId="352866288" sldId="519"/>
        </pc:sldMkLst>
        <pc:picChg chg="add">
          <ac:chgData name="Jillepalli, Ananth" userId="c67baff2-5b80-4b31-8765-653e91404522" providerId="ADAL" clId="{57776F82-62D0-4C7B-849E-24517F3C801E}" dt="2026-04-07T22:00:32.499" v="29129" actId="22"/>
          <ac:picMkLst>
            <pc:docMk/>
            <pc:sldMk cId="352866288" sldId="519"/>
            <ac:picMk id="6" creationId="{E5387283-A249-AC12-1E46-F211A218E526}"/>
          </ac:picMkLst>
        </pc:picChg>
      </pc:sldChg>
      <pc:sldChg chg="addSp delSp modSp add mod ord">
        <pc:chgData name="Jillepalli, Ananth" userId="c67baff2-5b80-4b31-8765-653e91404522" providerId="ADAL" clId="{57776F82-62D0-4C7B-849E-24517F3C801E}" dt="2026-04-07T22:01:42.312" v="29167"/>
        <pc:sldMkLst>
          <pc:docMk/>
          <pc:sldMk cId="132946484" sldId="520"/>
        </pc:sldMkLst>
        <pc:picChg chg="add mod">
          <ac:chgData name="Jillepalli, Ananth" userId="c67baff2-5b80-4b31-8765-653e91404522" providerId="ADAL" clId="{57776F82-62D0-4C7B-849E-24517F3C801E}" dt="2026-04-07T21:59:00.442" v="29125" actId="1076"/>
          <ac:picMkLst>
            <pc:docMk/>
            <pc:sldMk cId="132946484" sldId="520"/>
            <ac:picMk id="3" creationId="{A8C5D63C-7D18-9A63-FFF9-38A9AE97534B}"/>
          </ac:picMkLst>
        </pc:picChg>
      </pc:sldChg>
      <pc:sldChg chg="add ord">
        <pc:chgData name="Jillepalli, Ananth" userId="c67baff2-5b80-4b31-8765-653e91404522" providerId="ADAL" clId="{57776F82-62D0-4C7B-849E-24517F3C801E}" dt="2026-04-07T22:19:32.506" v="29510"/>
        <pc:sldMkLst>
          <pc:docMk/>
          <pc:sldMk cId="3960049068" sldId="521"/>
        </pc:sldMkLst>
      </pc:sldChg>
      <pc:sldChg chg="modSp add mod ord">
        <pc:chgData name="Jillepalli, Ananth" userId="c67baff2-5b80-4b31-8765-653e91404522" providerId="ADAL" clId="{57776F82-62D0-4C7B-849E-24517F3C801E}" dt="2026-04-07T22:28:10.481" v="29792" actId="20577"/>
        <pc:sldMkLst>
          <pc:docMk/>
          <pc:sldMk cId="3168445085" sldId="522"/>
        </pc:sldMkLst>
        <pc:spChg chg="mod">
          <ac:chgData name="Jillepalli, Ananth" userId="c67baff2-5b80-4b31-8765-653e91404522" providerId="ADAL" clId="{57776F82-62D0-4C7B-849E-24517F3C801E}" dt="2026-04-07T22:28:10.481" v="29792" actId="20577"/>
          <ac:spMkLst>
            <pc:docMk/>
            <pc:sldMk cId="3168445085" sldId="522"/>
            <ac:spMk id="11267" creationId="{2F19658A-DBE5-ECB2-12F4-70D336FFF80E}"/>
          </ac:spMkLst>
        </pc:spChg>
      </pc:sldChg>
      <pc:sldChg chg="addSp modSp add mod ord">
        <pc:chgData name="Jillepalli, Ananth" userId="c67baff2-5b80-4b31-8765-653e91404522" providerId="ADAL" clId="{57776F82-62D0-4C7B-849E-24517F3C801E}" dt="2026-04-07T22:38:49.532" v="29994" actId="1076"/>
        <pc:sldMkLst>
          <pc:docMk/>
          <pc:sldMk cId="1814183797" sldId="523"/>
        </pc:sldMkLst>
        <pc:spChg chg="mod">
          <ac:chgData name="Jillepalli, Ananth" userId="c67baff2-5b80-4b31-8765-653e91404522" providerId="ADAL" clId="{57776F82-62D0-4C7B-849E-24517F3C801E}" dt="2026-04-07T22:37:40.300" v="29989" actId="6549"/>
          <ac:spMkLst>
            <pc:docMk/>
            <pc:sldMk cId="1814183797" sldId="523"/>
            <ac:spMk id="11267" creationId="{F22D3379-27C0-6F2E-0257-7524E19EED58}"/>
          </ac:spMkLst>
        </pc:spChg>
        <pc:picChg chg="add mod">
          <ac:chgData name="Jillepalli, Ananth" userId="c67baff2-5b80-4b31-8765-653e91404522" providerId="ADAL" clId="{57776F82-62D0-4C7B-849E-24517F3C801E}" dt="2026-04-07T22:35:18.048" v="29972" actId="1076"/>
          <ac:picMkLst>
            <pc:docMk/>
            <pc:sldMk cId="1814183797" sldId="523"/>
            <ac:picMk id="3" creationId="{1A358EFE-9B44-369B-FA34-F9F0CB7C6014}"/>
          </ac:picMkLst>
        </pc:picChg>
        <pc:picChg chg="add mod">
          <ac:chgData name="Jillepalli, Ananth" userId="c67baff2-5b80-4b31-8765-653e91404522" providerId="ADAL" clId="{57776F82-62D0-4C7B-849E-24517F3C801E}" dt="2026-04-07T22:38:49.532" v="29994" actId="1076"/>
          <ac:picMkLst>
            <pc:docMk/>
            <pc:sldMk cId="1814183797" sldId="523"/>
            <ac:picMk id="5" creationId="{CD9BEB2B-1981-520E-C62C-24D5B8544519}"/>
          </ac:picMkLst>
        </pc:picChg>
        <pc:picChg chg="add mod">
          <ac:chgData name="Jillepalli, Ananth" userId="c67baff2-5b80-4b31-8765-653e91404522" providerId="ADAL" clId="{57776F82-62D0-4C7B-849E-24517F3C801E}" dt="2026-04-07T22:38:42.155" v="29993" actId="1076"/>
          <ac:picMkLst>
            <pc:docMk/>
            <pc:sldMk cId="1814183797" sldId="523"/>
            <ac:picMk id="7" creationId="{F4C29BDF-2F92-AFB7-AC99-1AC95B9EE346}"/>
          </ac:picMkLst>
        </pc:picChg>
      </pc:sldChg>
      <pc:sldChg chg="modSp add mod ord">
        <pc:chgData name="Jillepalli, Ananth" userId="c67baff2-5b80-4b31-8765-653e91404522" providerId="ADAL" clId="{57776F82-62D0-4C7B-849E-24517F3C801E}" dt="2026-04-07T22:53:44.756" v="30330" actId="20577"/>
        <pc:sldMkLst>
          <pc:docMk/>
          <pc:sldMk cId="1285472267" sldId="524"/>
        </pc:sldMkLst>
        <pc:spChg chg="mod">
          <ac:chgData name="Jillepalli, Ananth" userId="c67baff2-5b80-4b31-8765-653e91404522" providerId="ADAL" clId="{57776F82-62D0-4C7B-849E-24517F3C801E}" dt="2026-04-07T22:53:44.756" v="30330" actId="20577"/>
          <ac:spMkLst>
            <pc:docMk/>
            <pc:sldMk cId="1285472267" sldId="524"/>
            <ac:spMk id="11267" creationId="{5AE8EEFA-F51A-9B1C-F98C-5CAC5DD94C9B}"/>
          </ac:spMkLst>
        </pc:spChg>
      </pc:sldChg>
      <pc:sldChg chg="addSp delSp modSp add mod ord">
        <pc:chgData name="Jillepalli, Ananth" userId="c67baff2-5b80-4b31-8765-653e91404522" providerId="ADAL" clId="{57776F82-62D0-4C7B-849E-24517F3C801E}" dt="2026-04-07T23:58:42.887" v="30351" actId="1076"/>
        <pc:sldMkLst>
          <pc:docMk/>
          <pc:sldMk cId="1303822449" sldId="525"/>
        </pc:sldMkLst>
        <pc:picChg chg="add mod">
          <ac:chgData name="Jillepalli, Ananth" userId="c67baff2-5b80-4b31-8765-653e91404522" providerId="ADAL" clId="{57776F82-62D0-4C7B-849E-24517F3C801E}" dt="2026-04-07T23:58:42.887" v="30351" actId="1076"/>
          <ac:picMkLst>
            <pc:docMk/>
            <pc:sldMk cId="1303822449" sldId="525"/>
            <ac:picMk id="4" creationId="{ABC316C7-488D-8EED-2A7F-3198C7A69891}"/>
          </ac:picMkLst>
        </pc:picChg>
        <pc:picChg chg="add mod">
          <ac:chgData name="Jillepalli, Ananth" userId="c67baff2-5b80-4b31-8765-653e91404522" providerId="ADAL" clId="{57776F82-62D0-4C7B-849E-24517F3C801E}" dt="2026-04-07T23:58:38.863" v="30350" actId="1076"/>
          <ac:picMkLst>
            <pc:docMk/>
            <pc:sldMk cId="1303822449" sldId="525"/>
            <ac:picMk id="8" creationId="{A4FE7000-FD83-8606-0E28-99EEB1675BB2}"/>
          </ac:picMkLst>
        </pc:picChg>
        <pc:picChg chg="add mod">
          <ac:chgData name="Jillepalli, Ananth" userId="c67baff2-5b80-4b31-8765-653e91404522" providerId="ADAL" clId="{57776F82-62D0-4C7B-849E-24517F3C801E}" dt="2026-04-07T23:58:35.503" v="30349" actId="1076"/>
          <ac:picMkLst>
            <pc:docMk/>
            <pc:sldMk cId="1303822449" sldId="525"/>
            <ac:picMk id="10" creationId="{AB6FF81E-240F-5E6C-0531-CFD9FC83944F}"/>
          </ac:picMkLst>
        </pc:picChg>
        <pc:picChg chg="add mod">
          <ac:chgData name="Jillepalli, Ananth" userId="c67baff2-5b80-4b31-8765-653e91404522" providerId="ADAL" clId="{57776F82-62D0-4C7B-849E-24517F3C801E}" dt="2026-04-07T23:58:34.262" v="30348" actId="1076"/>
          <ac:picMkLst>
            <pc:docMk/>
            <pc:sldMk cId="1303822449" sldId="525"/>
            <ac:picMk id="12" creationId="{D0CDF5F2-8818-3A70-062E-90B7971B207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E55EB8C-4BA0-3093-4913-A42FECD98D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437673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0929927-EA3C-493A-3C60-76BACC886D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277225" y="0"/>
            <a:ext cx="10175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24884E47-7DB6-4343-9F82-317D0C7F0650}" type="datetime1">
              <a:rPr lang="en-US"/>
              <a:pPr>
                <a:defRPr/>
              </a:pPr>
              <a:t>4/9/2026</a:t>
            </a:fld>
            <a:endParaRPr lang="en-US" dirty="0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847A8861-4518-35C5-65CC-BBC58DD3235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EAE92078-F180-87FB-79E5-E603A876370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E5A1CFF-2508-4AFD-ACA7-63F77EF600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DB627-B372-E698-9025-4A13FB04286F}"/>
              </a:ext>
            </a:extLst>
          </p:cNvPr>
          <p:cNvSpPr txBox="1"/>
          <p:nvPr/>
        </p:nvSpPr>
        <p:spPr>
          <a:xfrm>
            <a:off x="0" y="7938"/>
            <a:ext cx="3757613" cy="277812"/>
          </a:xfrm>
          <a:prstGeom prst="rect">
            <a:avLst/>
          </a:prstGeom>
          <a:noFill/>
        </p:spPr>
        <p:txBody>
          <a:bodyPr lIns="91650" tIns="45825" rIns="91650" bIns="45825">
            <a:spAutoFit/>
          </a:bodyPr>
          <a:lstStyle/>
          <a:p>
            <a:pPr eaLnBrk="1" hangingPunct="1">
              <a:defRPr/>
            </a:pPr>
            <a:r>
              <a:rPr lang="en-US" sz="1200" spc="3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WASHINGTON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20:02:24.2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4763 1 24575,'-13'2'0,"-1"0"0,1 1 0,1 0 0,-1 1 0,0 1 0,1 0 0,0 0 0,0 1 0,-20 14 0,25-15 0,-46 30 0,2 3 0,1 1 0,-65 69 0,-261 292-714,21 26-479,152-178 612,113-140 371,-660 829-116,385-363-60,49 33-726,189-355 702,-890 1722-444,1016-1973 853,-268 507-832,-30-37 1423,270-431-241,-2-2 1,-1-1-1,-48 43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20:02:25.1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24575,'1'0'0,"1"0"0,-1 0 0,1 0 0,0 0 0,-1 0 0,1 0 0,-1 0 0,1 0 0,-1 1 0,1-1 0,-1 0 0,0 1 0,1-1 0,-1 1 0,1 0 0,-1 0 0,0-1 0,1 1 0,-1 0 0,0 0 0,0 0 0,0 0 0,0 0 0,2 3 0,2 0 0,19 19 0,-1 1 0,-1 1 0,-1 1 0,27 42 0,-14-19 0,143 213 0,57 117-164,281 543-1398,-12 42-67,-306-583 1052,159 309-406,211 448-485,-38-75-13,-209-454 498,-20-83 0,-38-102 116,-53-110 513,58 46 1289,-152-223 861,-93-110-1667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20:02:26.5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4258 1 24575,'0'34'0,"-3"1"0,0 0 0,-17 65 0,-38 126 0,-46 114-164,-59 129-655,-57 119-164,-1084 2223-2949,396-1201 1405,87-160-460,657-1161 3211,-119 225 4348,102-109-903,156-340-8913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20:02:31.4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23925,'4815'8473'0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20:02:24.25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4763 1 24575,'-13'2'0,"-1"0"0,1 1 0,1 0 0,-1 1 0,0 1 0,1 0 0,0 0 0,0 1 0,-20 14 0,25-15 0,-46 30 0,2 3 0,1 1 0,-65 69 0,-261 292-714,21 26-479,152-178 612,113-140 371,-660 829-116,385-363-60,49 33-726,189-355 702,-890 1722-444,1016-1973 853,-268 507-832,-30-37 1423,270-431-241,-2-2 1,-1-1-1,-48 43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20:02:25.1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24575,'1'0'0,"1"0"0,-1 0 0,1 0 0,0 0 0,-1 0 0,1 0 0,-1 0 0,1 0 0,-1 1 0,1-1 0,-1 0 0,0 1 0,1-1 0,-1 1 0,1 0 0,-1 0 0,0-1 0,1 1 0,-1 0 0,0 0 0,0 0 0,0 0 0,0 0 0,2 3 0,2 0 0,19 19 0,-1 1 0,-1 1 0,-1 1 0,27 42 0,-14-19 0,143 213 0,57 117-164,281 543-1398,-12 42-67,-306-583 1052,159 309-406,211 448-485,-38-75-13,-209-454 498,-20-83 0,-38-102 116,-53-110 513,58 46 1289,-152-223 861,-93-110-1667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20:02:26.5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4258 1 24575,'0'34'0,"-3"1"0,0 0 0,-17 65 0,-38 126 0,-46 114-164,-59 129-655,-57 119-164,-1084 2223-2949,396-1201 1405,87-160-460,657-1161 3211,-119 225 4348,102-109-903,156-340-8913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20:02:31.4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23925,'4815'8473'0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23E916F-4BFC-2B9F-F000-85102358C4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C92DD2C-59D2-218E-FC89-7A8D46485A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36069E0-7E16-4FAA-AC8B-617813B7604C}" type="datetime1">
              <a:rPr lang="en-US"/>
              <a:pPr>
                <a:defRPr/>
              </a:pPr>
              <a:t>4/9/2026</a:t>
            </a:fld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F1F62B4-57E7-83FB-D162-13FB338BC8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4575" y="527050"/>
            <a:ext cx="46736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5987317F-F75D-2AD8-4CB4-4F0BCF6EC2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3330575"/>
            <a:ext cx="743585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38935F0E-6C88-2053-5D01-76C3991EBF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EF0CECB4-E4B6-E67D-7F59-8078D20B36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8DFC577-C5B5-4B14-8AED-9418932328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9854339C-D865-7D46-2130-03ADA5C44C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99C4EF-4B26-4AB9-A608-E422A9730845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6147" name="Rectangle 6">
            <a:extLst>
              <a:ext uri="{FF2B5EF4-FFF2-40B4-BE49-F238E27FC236}">
                <a16:creationId xmlns:a16="http://schemas.microsoft.com/office/drawing/2014/main" id="{2D21740E-FC18-2F78-7768-590698C96CA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6148" name="Rectangle 7">
            <a:extLst>
              <a:ext uri="{FF2B5EF4-FFF2-40B4-BE49-F238E27FC236}">
                <a16:creationId xmlns:a16="http://schemas.microsoft.com/office/drawing/2014/main" id="{2D57F57B-42BD-FCAF-5B88-56B5B293EA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5BAD32-3B45-43C8-91A0-72218080FAEC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8983B864-8301-4AF2-8325-35AFC8FB72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83F6E691-582D-74BA-7D95-D64442751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5B17F82B-C789-639B-E70D-A489D3AC5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E0294A56-256E-E6B6-6209-F588E8A7E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Date Placeholder 3">
            <a:extLst>
              <a:ext uri="{FF2B5EF4-FFF2-40B4-BE49-F238E27FC236}">
                <a16:creationId xmlns:a16="http://schemas.microsoft.com/office/drawing/2014/main" id="{9F45FF9F-8C9C-7C62-DD08-602983EC53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5B97B4-7EC0-45CC-B7B4-E13C063B4C69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8197" name="Footer Placeholder 4">
            <a:extLst>
              <a:ext uri="{FF2B5EF4-FFF2-40B4-BE49-F238E27FC236}">
                <a16:creationId xmlns:a16="http://schemas.microsoft.com/office/drawing/2014/main" id="{155DE90A-7639-C612-1CDE-3F5EE1387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8198" name="Slide Number Placeholder 5">
            <a:extLst>
              <a:ext uri="{FF2B5EF4-FFF2-40B4-BE49-F238E27FC236}">
                <a16:creationId xmlns:a16="http://schemas.microsoft.com/office/drawing/2014/main" id="{B38EA5BD-F5D3-06CD-96D7-06E57B999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F44302-2AC4-4667-86A7-AEBE80DC6A7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F4C-2670-54F9-A802-E2EC7219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CAC21FD-38DE-B034-E1B8-BF5C097BB1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7A59267C-B52D-0237-F826-F653DA027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8508D42-2016-05DE-371E-1E26998E38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D96BD28C-C597-E70B-AF94-74E81CD3AE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1D95AF07-DE5A-7037-EE6E-996992B85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8647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F5EF-DEC2-1F4A-325C-D4136C977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1633AD07-5B76-15B4-0876-7FC8DE2D0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60116136-E0C1-72CD-C788-4F60729A5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0DD325A-A90D-D068-2742-A56C533F0F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D21A9A6-DDF4-F0FB-11F5-2AC8C56117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CF71BF12-3B80-1F8D-F7DB-9E84E40AA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378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7885E-CCF3-704C-900D-AFABAE04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E902DED-19A1-40E7-454A-29FE40B2E6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988B328-1D9A-52D5-E5D1-1DD5D800A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E50558FC-58CD-9A5B-9937-1FA1E13677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7361FC21-5226-3BC8-F645-B7CCF84F0A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57FB6A8E-F96C-8A6D-4DEC-4C38245BF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6855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8D65-20D4-6463-6DAF-AE526823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BA7874E6-BBDD-AD10-EDE5-685F17FAB4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DCD9F3F-B488-8927-742E-3530DB741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36049D72-9C2A-F0F4-E7D4-91C8E6DE8C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DE0863FD-206C-2336-5F29-4FE3CE7E1A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1FF19D08-A28D-E71D-2E2A-E77A35952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0984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F9897-F464-D81B-6010-2BBEC5294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B736B87-A1BC-0F1D-6CFC-D859A6BF5C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5ABF677-A79A-7E84-468C-23DE43E99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33B4C9D-8C18-7524-21A2-850359D2B1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6382D59-C180-A492-01AB-2762997FB7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F8A8C828-7B08-3F92-579C-F77E3721F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650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E8F02-183D-4E07-2F99-E012C72E3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7710013-59B0-F4A9-17DA-779B34619F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BAA733A-F6F4-7F12-5D0B-443D6EBBD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2B912C9A-DD67-5751-DE0F-F6A1CCEBC8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D8CCFA53-0423-E4D1-FD7A-B648E48B97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4125C0CC-CD1F-6772-5E84-FE087241D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9704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D8F61-528C-4F0D-B40F-69D487BA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FBF1C6F5-A4CF-C735-D2BA-9F769A71D4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1C819CC-A3DA-361A-9701-E7350BFDE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C287F810-954B-74C3-760B-4D732C6AB6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D4EC6965-C71D-2699-6F11-52A2BDEFE1C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9F7590E3-83AF-B1F7-5D5A-9F13BCF87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987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4038-69AD-8BAB-B8A7-F86AD4BE5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CD3D1C8B-EEB2-CB52-34A1-F6AEE7D972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F6ACF04-EA5E-BFF5-EB59-B3D9C27BD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4D2F869A-23D2-E3D8-4C35-1A488743FC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251E799-BBEB-AC19-84F5-B20B95E115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5CE51E6A-E912-3970-8835-BFCF39752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132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B483F-BAD2-3060-8908-0F0ED0E7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699F5D4-3126-9131-7B6E-85F486DD92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D0C9188-A527-43C0-E62D-003AA3740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3E54036D-652A-12F9-5F41-E21E0B1655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4FDC1C1C-8699-1016-E72D-272241F16E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9001788-A22E-59CA-ABEB-4A929C77A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532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EFC5C-423D-2174-2BD1-739465449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2CF8E55F-D3B6-FB4E-ED32-5A386EED0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12B93FD-ABCA-3816-CDFE-521AD0C50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44858928-2DC4-1FBF-B9D0-80C0678C55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C2C0AD1-D39F-2C24-724E-706DFB790C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195190A6-6B24-A4BF-E903-9E3E977C5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430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5A5D-303D-22FE-CF33-E7CF2E9C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9B4AB89-4CE3-C356-7DCC-DB0B759D6A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6D163A9A-9B84-C53D-A8F4-2ECA08E5A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4C50636E-5275-577B-62C3-A2D5C6CB32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AF7D2768-1C40-D1BF-8C6F-9346774792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44F7801-999B-362F-FBE4-70F1C9B01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763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B2FC9-D2A6-1C41-427C-1CBA11060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2F4B8D7-B3D3-1F29-F99F-658CED60E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C5187555-3413-D049-72ED-1241F3115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49E2790-92C3-6CE7-04AC-ACC9AC8D6D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85CD097-36D4-7F40-E48D-D3412DED45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65EBB62C-CEAE-FFCC-1A66-0A5B2BE83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553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6DEF4-B54E-1BE5-C16F-19C9DF22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0F7EF6D-1856-7A46-4D61-6A0D1E84F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E86EBFB-DAF4-E700-9A40-09351BBDB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ECF7B07-6151-3BA8-0C67-0F5DD51439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46F83049-CAF4-2297-6FE0-B00CBC23C5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FC21BF58-5201-EE56-2555-213427862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130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C927F-D97F-AC0E-1352-453F81C39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70B36FE-6A17-17E0-ED88-1C68561857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FC1CE89-86C3-F176-DDE8-79A758D51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2103C17-4647-8823-D80C-594F883E5A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2EF8104F-0503-4E6A-D651-B96D891D3D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F61B01DF-1FAB-AD6B-56AF-B7F3827A1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9995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B1E8-90BC-50B4-60B3-7FAEF6224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B8BA5714-BF40-57A8-A904-45984C85A1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C793955F-3482-027A-EFFB-72B26FC57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91A5855A-01A6-2605-BF33-A9001BCE0F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80D95225-C5C3-4328-C9D1-740FA3631A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78157DF9-FC2A-7123-0635-63326747B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4568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F2CA-C4B7-FE8A-0712-B2DD948A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BE05514A-3BF1-E7FD-3227-06D0BC9F58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FD4CA30-4AFB-C4C0-40AA-22317C1A9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2E461FC-F7F1-E29E-CC84-33D68A79D0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4E445720-B959-9064-2D0A-3AFB9E6EC9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F378BAA5-1A05-AF9B-2631-C5FF4D82D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94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2B4EA-7B01-6E05-9F02-100A3BCB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DFA39C71-A3D2-F51D-7335-948A44BD0F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B7809840-24F1-3205-56C5-1382E5707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4FBBC23-473F-D27B-A481-59E8BCCA41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CCEF8D0D-B425-11E8-6717-DA90FBC01E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A168275-7B76-E03A-9132-F2FFF674A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56446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0AFB5-9F59-7777-436F-7AC657FF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21EADEE1-7ADC-8E2E-24EA-F4CAA61A1D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DD437E3-B952-2C86-C7B4-5057D37AD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333996B-0D9E-90A5-DB79-05B472ED31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1FA80D44-488A-5AF4-DD51-903889FAEC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DDA7B089-5385-4FFE-E80D-5B0404170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7866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470D-9A98-1820-1E88-883710A3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07A21F8-E90B-584A-0099-4D2FF0FC1B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4C765CC-3913-EF59-B34E-08514F409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0509B66B-DCF4-ABC9-2B91-D3070F2B5D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5E62E5FA-2EF6-0D4E-FA3F-AE54992582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55D8A3E1-FCC4-F949-8361-7C3B8CD90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6294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6FBD8-CEE0-3808-8BD1-4B0BEA759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14D76E3-6B68-2636-0F8C-10D97CBFDD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196B5667-7A10-9864-4FAA-F2D5106A0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3195B8CE-7AD0-CB80-48BA-5630D44A8B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95394C5-3FB3-2A53-8407-48D759BA52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D185C2E1-21A8-3788-69D5-645CAD7EF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2124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AB8AE-BC4A-17FA-5EEC-9DC202C7A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153EB38D-8337-5A5D-E04A-F786E6AAFA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BBEF584F-AF16-A393-2AEB-24259A981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BAFE06E-AB66-0A34-DA85-43B8FB8671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FDF15D72-A85C-0CC9-C519-A6D688C026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2A35079-59AC-E403-8410-02AF66340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08486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9D882-A8AF-2D3D-E6F5-042555FC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33B3C1D-384E-6E58-3BF6-2D3A71DE91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9BD86A5F-81F8-988C-99F7-039A84C1D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9A03581-EFFB-9574-3790-BDAD521D91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4477781-0BB8-3D85-9E0B-3DB6739D0B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F6BECE41-7E9C-8D4B-388D-B6BDA81F3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2664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DDF37-35B3-FE0D-E138-4776A833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BC3865D-84C4-6DA7-36E4-5A9DA61D6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BCA0F921-F60F-E2BD-2738-D4BD5D95B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1034EE7-B9D9-884D-BA94-2BA55E8DCC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C3D1F5E7-7EBB-8A93-9D2B-0CE5970962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25AD0D6E-7F05-79AE-6DB0-68C1A8651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4306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5326-DAAC-22F2-089D-5896C8B31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913B3C8-AFA7-8532-4CB8-1E7A9EF966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888615D-CA47-EA86-5679-E4D88D370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9F2FF50B-4D6D-ADEB-F893-E5CA7D9DD9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4EBDE953-3FF8-6777-68B8-2DD904D09D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5BD8A252-754E-3641-88B1-E9D258CF0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492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542AF-B2A1-5016-F85F-42669103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23240CC4-F360-33AD-459B-8EFF2D77C9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7779B7AC-760A-ADF8-07CF-7E964111E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2EB0451-E5EF-3E6A-EEA6-89AE766C97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5E7B7787-B144-508D-98E6-7D400171E5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C9923E74-68C0-36D4-9441-6A9613EB6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13382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A5AFB-1DC5-C05E-9A9A-786A659E5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03F36E2-0CB9-0866-4624-2537838C88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5BCFE0C-23E1-CB24-52D1-7B00051F7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3E912756-68BA-6B6E-33F9-9818E1F056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4/9/2026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F9F95AA3-5AFA-6DC9-D92C-EF8575D16C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C8C52E91-ADA8-087A-7C9E-7D6004CEF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14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CE71815F-FC16-9D4D-7389-42F293464A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8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752EDE-327A-26E8-A3B8-9ADE26C8A8E9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716337" y="1688141"/>
            <a:ext cx="7711326" cy="424732"/>
          </a:xfrm>
        </p:spPr>
        <p:txBody>
          <a:bodyPr anchorCtr="0"/>
          <a:lstStyle>
            <a:lvl1pPr algn="ctr"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716337" y="2268933"/>
            <a:ext cx="7711327" cy="430887"/>
          </a:xfrm>
        </p:spPr>
        <p:txBody>
          <a:bodyPr rIns="0" anchorCtr="0"/>
          <a:lstStyle>
            <a:lvl1pPr marL="0" indent="0" algn="ctr">
              <a:buFont typeface="Arial" pitchFamily="34" charset="0"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00ABC456-C636-BD72-E5C4-EDCF89B2E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84188" y="4786313"/>
            <a:ext cx="1550987" cy="357187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D575A82-42E1-2C9E-1B7E-7B18200DED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066925" y="4786313"/>
            <a:ext cx="6100763" cy="357187"/>
          </a:xfrm>
        </p:spPr>
        <p:txBody>
          <a:bodyPr anchorCtr="1"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26A5F79-FC81-FE42-28E5-39C755588C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69275" y="4786313"/>
            <a:ext cx="974725" cy="3571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DAA91-6502-4D77-A099-6F0DC12D24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44769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369" y="1185926"/>
            <a:ext cx="8427263" cy="424732"/>
          </a:xfrm>
        </p:spPr>
        <p:txBody>
          <a:bodyPr/>
          <a:lstStyle>
            <a:lvl1pPr>
              <a:defRPr sz="2400">
                <a:latin typeface="Lucida San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15362"/>
            <a:ext cx="7772400" cy="1659429"/>
          </a:xfrm>
        </p:spPr>
        <p:txBody>
          <a:bodyPr lIns="457200" rIns="457200"/>
          <a:lstStyle>
            <a:lvl1pPr marL="344488" indent="-179388">
              <a:spcBef>
                <a:spcPts val="1200"/>
              </a:spcBef>
              <a:buSzPct val="100000"/>
              <a:buFont typeface="Arial" pitchFamily="34" charset="0"/>
              <a:buChar char="•"/>
              <a:defRPr sz="2000" b="0"/>
            </a:lvl1pPr>
            <a:lvl2pPr marL="509588" indent="-165100">
              <a:spcBef>
                <a:spcPts val="400"/>
              </a:spcBef>
              <a:buSzPct val="75000"/>
              <a:buFont typeface="Lucida Sans" panose="020B0602030504020204" pitchFamily="34" charset="0"/>
              <a:buChar char="–"/>
              <a:defRPr sz="2000"/>
            </a:lvl2pPr>
            <a:lvl3pPr marL="795337" indent="-219456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 sz="1600"/>
            </a:lvl3pPr>
            <a:lvl4pPr marL="914400" indent="-165100">
              <a:spcBef>
                <a:spcPts val="400"/>
              </a:spcBef>
              <a:buSzPct val="100000"/>
              <a:buFont typeface="Lucida Sans" panose="020B0602030504020204" pitchFamily="34" charset="0"/>
              <a:buChar char="–"/>
              <a:defRPr sz="1600"/>
            </a:lvl4pPr>
            <a:lvl5pPr marL="1079500" indent="-165100">
              <a:spcBef>
                <a:spcPts val="400"/>
              </a:spcBef>
              <a:buSzPct val="100000"/>
              <a:buFont typeface="Arial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52E0F8-37A4-67A0-11C9-51188300985E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2F2384-78EA-3D4F-A6CB-714B1B3B9809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3BD260-62A7-9394-5019-36F553AC6003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2CE9E-6ED9-41A1-85E0-D3AE8AB77D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5219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45889" y="763120"/>
            <a:ext cx="8652222" cy="461665"/>
          </a:xfrm>
        </p:spPr>
        <p:txBody>
          <a:bodyPr/>
          <a:lstStyle>
            <a:lvl1pPr algn="ctr">
              <a:lnSpc>
                <a:spcPct val="100000"/>
              </a:lnSpc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45889" y="1252166"/>
            <a:ext cx="8652222" cy="430887"/>
          </a:xfrm>
        </p:spPr>
        <p:txBody>
          <a:bodyPr rIns="0"/>
          <a:lstStyle>
            <a:lvl1pPr marL="0" indent="0" algn="ctr">
              <a:buFontTx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25DC196-BF60-ED9F-FFF6-BD02AB7B31A8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BDE10D-658F-56AD-C1A8-1411AFAB7A35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E7AE73-A095-C192-CAE7-FA4EA13A1F10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9ED82-0963-4BA9-B4BC-B506917E0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83834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47" y="1081658"/>
            <a:ext cx="8659907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0388" y="1706842"/>
            <a:ext cx="4002321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107" y="1706842"/>
            <a:ext cx="3969948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16828C-A5C8-E70D-DFFF-33952D9C5B6D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25DC74-640A-FD49-A232-9481C4F2CDA4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EFA46-AC1E-7142-B611-80E89E92C21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123E5-9C5F-4811-A8CC-08B631D25D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22407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12677"/>
            <a:ext cx="86868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882" y="1532739"/>
            <a:ext cx="4040188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881" y="1966113"/>
            <a:ext cx="4040188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08" y="1532739"/>
            <a:ext cx="4041775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07" y="1966113"/>
            <a:ext cx="4041775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FB3FED-4B9F-EFB5-A573-AA60CA5FDD7F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419A787-3E04-9171-E59A-81EF56BEB5C3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C12820-F4B8-CBB7-8EEB-F015FFDAFEE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9D1E2-F37F-4AEB-B456-944B032026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50621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46" y="1496186"/>
            <a:ext cx="7558509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7555418-7852-8C7F-10A2-41328B2E2CF1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003BCE-1C74-458A-1596-6A3186622731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26BCA4-F463-FDEB-F019-3BD45D1088BC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52318-FDAA-4C7C-9A39-C09C50EE97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5996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67F377-710D-68BC-381A-3E2AA0BC32C3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53292E0-D0C6-CE97-165A-CE12F2A96CCB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BF53D5-CBA9-5CCC-FCCC-888301716DD7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D31AF-C1EE-4681-8B14-4128AC01EE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04321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974922"/>
            <a:ext cx="5486400" cy="369332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4916"/>
            <a:ext cx="54864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00101"/>
            <a:ext cx="54864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CA2FA-4C09-34A3-CD68-922E7B278764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7A002-FF68-4734-6718-265A4ACF2022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3BEA51-A63A-E391-F664-B68D1FBBC506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3566F-6618-491F-852F-0B664161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14727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EAEAEA"/>
            </a:gs>
            <a:gs pos="100000">
              <a:schemeClr val="tx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>
            <a:extLst>
              <a:ext uri="{FF2B5EF4-FFF2-40B4-BE49-F238E27FC236}">
                <a16:creationId xmlns:a16="http://schemas.microsoft.com/office/drawing/2014/main" id="{94ECE16C-6D14-E6E0-1353-66BE0DC7F2A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5" b="10880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0" descr="C:\Users\vboydo\Documents\0 val work\0 Active Jobs\2692 BRAND ppt templates 2014\shield on blk.tif">
            <a:extLst>
              <a:ext uri="{FF2B5EF4-FFF2-40B4-BE49-F238E27FC236}">
                <a16:creationId xmlns:a16="http://schemas.microsoft.com/office/drawing/2014/main" id="{54FD1BC6-0872-DBEC-2DE9-728DC44CB6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4" t="35599" r="17880" b="33191"/>
          <a:stretch>
            <a:fillRect/>
          </a:stretch>
        </p:blipFill>
        <p:spPr bwMode="auto">
          <a:xfrm>
            <a:off x="0" y="0"/>
            <a:ext cx="593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>
            <a:extLst>
              <a:ext uri="{FF2B5EF4-FFF2-40B4-BE49-F238E27FC236}">
                <a16:creationId xmlns:a16="http://schemas.microsoft.com/office/drawing/2014/main" id="{05C92106-648C-0B50-B80F-034695F87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black">
          <a:xfrm>
            <a:off x="914400" y="1724025"/>
            <a:ext cx="7315200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31D8E3AD-6BAE-55EF-19E2-B3156180A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242888" y="1057275"/>
            <a:ext cx="865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457200" bIns="45720" numCol="1" anchor="b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EC028D-1975-F453-5553-C81DD3C11497}"/>
              </a:ext>
            </a:extLst>
          </p:cNvPr>
          <p:cNvSpPr>
            <a:spLocks noGrp="1" noChangeArrowheads="1"/>
          </p:cNvSpPr>
          <p:nvPr userDrawn="1">
            <p:ph type="dt" sz="half" idx="2"/>
          </p:nvPr>
        </p:nvSpPr>
        <p:spPr bwMode="black">
          <a:xfrm>
            <a:off x="484188" y="4829175"/>
            <a:ext cx="1252537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DCC4B4-2BF8-CAFF-4ECB-874CF74B8078}"/>
              </a:ext>
            </a:extLst>
          </p:cNvPr>
          <p:cNvSpPr>
            <a:spLocks noGrp="1" noChangeArrowheads="1"/>
          </p:cNvSpPr>
          <p:nvPr userDrawn="1">
            <p:ph type="ftr" sz="quarter" idx="3"/>
          </p:nvPr>
        </p:nvSpPr>
        <p:spPr bwMode="black">
          <a:xfrm>
            <a:off x="1736725" y="4829175"/>
            <a:ext cx="615315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1B2FE86-2751-81A4-0406-0260308081AB}"/>
              </a:ext>
            </a:extLst>
          </p:cNvPr>
          <p:cNvSpPr>
            <a:spLocks noGrp="1" noChangeArrowheads="1"/>
          </p:cNvSpPr>
          <p:nvPr userDrawn="1">
            <p:ph type="sldNum" sz="quarter" idx="4"/>
          </p:nvPr>
        </p:nvSpPr>
        <p:spPr bwMode="black">
          <a:xfrm>
            <a:off x="7899400" y="4829175"/>
            <a:ext cx="1244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4B95D15-B967-46C0-A48A-6BF091E2B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F6F15-1E87-C5C3-2B47-E64EC43B09E4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628" r:id="rId1"/>
    <p:sldLayoutId id="2147484621" r:id="rId2"/>
    <p:sldLayoutId id="2147484622" r:id="rId3"/>
    <p:sldLayoutId id="2147484623" r:id="rId4"/>
    <p:sldLayoutId id="2147484624" r:id="rId5"/>
    <p:sldLayoutId id="2147484625" r:id="rId6"/>
    <p:sldLayoutId id="2147484626" r:id="rId7"/>
    <p:sldLayoutId id="2147484627" r:id="rId8"/>
  </p:sldLayoutIdLst>
  <p:transition/>
  <p:txStyles>
    <p:titleStyle>
      <a:lvl1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  <a:ea typeface="+mj-ea"/>
          <a:cs typeface="+mj-cs"/>
        </a:defRPr>
      </a:lvl1pPr>
      <a:lvl2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2pPr>
      <a:lvl3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3pPr>
      <a:lvl4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4pPr>
      <a:lvl5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9pPr>
    </p:titleStyle>
    <p:bodyStyle>
      <a:lvl1pPr marL="165100" indent="-165100" algn="l" rtl="0" eaLnBrk="0" fontAlgn="base" hangingPunct="0">
        <a:lnSpc>
          <a:spcPts val="2200"/>
        </a:lnSpc>
        <a:spcBef>
          <a:spcPts val="6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2000" dirty="0">
          <a:solidFill>
            <a:schemeClr val="bg2"/>
          </a:solidFill>
          <a:latin typeface="Lucida Sans" pitchFamily="34" charset="0"/>
          <a:ea typeface="+mn-ea"/>
          <a:cs typeface="+mn-cs"/>
        </a:defRPr>
      </a:lvl1pPr>
      <a:lvl2pPr marL="344488" indent="-179388" algn="l" rtl="0" eaLnBrk="0" fontAlgn="base" hangingPunct="0">
        <a:lnSpc>
          <a:spcPts val="2000"/>
        </a:lnSpc>
        <a:spcBef>
          <a:spcPts val="4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dirty="0">
          <a:solidFill>
            <a:schemeClr val="bg2"/>
          </a:solidFill>
          <a:latin typeface="Lucida Sans" pitchFamily="34" charset="0"/>
          <a:ea typeface="+mn-ea"/>
          <a:cs typeface="+mn-cs"/>
        </a:defRPr>
      </a:lvl2pPr>
      <a:lvl3pPr marL="509588" indent="-165100" algn="l" rtl="0" eaLnBrk="0" fontAlgn="base" hangingPunct="0">
        <a:lnSpc>
          <a:spcPts val="20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3pPr>
      <a:lvl4pPr marL="688975" indent="-179388" algn="l" rtl="0" eaLnBrk="0" fontAlgn="base" hangingPunct="0">
        <a:lnSpc>
          <a:spcPts val="18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4pPr>
      <a:lvl5pPr marL="854075" indent="-165100" algn="l" rtl="0" eaLnBrk="0" fontAlgn="base" hangingPunct="0">
        <a:lnSpc>
          <a:spcPts val="16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400" dirty="0">
          <a:solidFill>
            <a:schemeClr val="bg2"/>
          </a:solidFill>
          <a:latin typeface="Lucida Sans" pitchFamily="34" charset="0"/>
          <a:ea typeface="+mn-ea"/>
          <a:cs typeface="+mn-cs"/>
        </a:defRPr>
      </a:lvl5pPr>
      <a:lvl6pPr marL="11414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15986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20558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25130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jpeg"/><Relationship Id="rId7" Type="http://schemas.openxmlformats.org/officeDocument/2006/relationships/customXml" Target="../ink/ink2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8.png"/><Relationship Id="rId4" Type="http://schemas.openxmlformats.org/officeDocument/2006/relationships/image" Target="../media/image5.jpeg"/><Relationship Id="rId9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customXml" Target="../ink/ink6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9">
            <a:extLst>
              <a:ext uri="{FF2B5EF4-FFF2-40B4-BE49-F238E27FC236}">
                <a16:creationId xmlns:a16="http://schemas.microsoft.com/office/drawing/2014/main" id="{FD428B15-092D-292B-2689-117492D361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15963" y="2171700"/>
            <a:ext cx="7712075" cy="400050"/>
          </a:xfrm>
        </p:spPr>
        <p:txBody>
          <a:bodyPr/>
          <a:lstStyle/>
          <a:p>
            <a:r>
              <a:rPr lang="en-US" altLang="en-US"/>
              <a:t>CptS 360</a:t>
            </a:r>
          </a:p>
        </p:txBody>
      </p:sp>
      <p:sp>
        <p:nvSpPr>
          <p:cNvPr id="5123" name="Rectangle 20">
            <a:extLst>
              <a:ext uri="{FF2B5EF4-FFF2-40B4-BE49-F238E27FC236}">
                <a16:creationId xmlns:a16="http://schemas.microsoft.com/office/drawing/2014/main" id="{486AF756-BFA2-DDA1-C6FD-5C6FB83637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15963" y="2571750"/>
            <a:ext cx="7712075" cy="374650"/>
          </a:xfrm>
        </p:spPr>
        <p:txBody>
          <a:bodyPr/>
          <a:lstStyle/>
          <a:p>
            <a:r>
              <a:rPr altLang="en-US" dirty="0"/>
              <a:t>Distributed Systems and File Systems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5">
            <a:extLst>
              <a:ext uri="{FF2B5EF4-FFF2-40B4-BE49-F238E27FC236}">
                <a16:creationId xmlns:a16="http://schemas.microsoft.com/office/drawing/2014/main" id="{18FDA59A-CF67-4908-3879-02F7D6C4C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727075"/>
            <a:ext cx="8426450" cy="400050"/>
          </a:xfrm>
        </p:spPr>
        <p:txBody>
          <a:bodyPr/>
          <a:lstStyle/>
          <a:p>
            <a:r>
              <a:rPr lang="en-US" altLang="en-US" dirty="0"/>
              <a:t>Connection from Last Session</a:t>
            </a:r>
          </a:p>
        </p:txBody>
      </p:sp>
      <p:sp>
        <p:nvSpPr>
          <p:cNvPr id="7171" name="TextBox 1">
            <a:extLst>
              <a:ext uri="{FF2B5EF4-FFF2-40B4-BE49-F238E27FC236}">
                <a16:creationId xmlns:a16="http://schemas.microsoft.com/office/drawing/2014/main" id="{5CDB970E-A4FF-28C8-69F6-663008CD0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1071563"/>
            <a:ext cx="868045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Concurrency and parallelism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Motivation for this session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Imagine you’re Netflix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One machine no matter how many cores cannot serve millions of users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How do we create systems that are very large scale?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Assignments: EA, PA5, Peer Interviews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Final in-class session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Course Project Interviews start next week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E46F2-6710-335B-6F8F-54217757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5137538B-2D6B-EDBE-53B6-7475B8013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Delivery at Scale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62F6A025-D511-ADFF-EBF0-3AFC3DF2B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Delivery of services and data at scale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Distributed systems and file systems 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 type of concurrency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Why not have one machine with a trillion cores?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Physical limits  cores are integrated circuits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Current limits are 1,000,000 cores on one silicon wafer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Experimental toy-chips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Commercially, 300 cores per chip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Intel Xeon 6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Why is there such a big gap between experimental and commercial?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Heat dissipation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 million cores require cryogenic cooling, not easy to market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Memory bandwidth 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 million cores are of no use if RAM doesn’t scale with processing</a:t>
            </a:r>
          </a:p>
        </p:txBody>
      </p:sp>
    </p:spTree>
    <p:extLst>
      <p:ext uri="{BB962C8B-B14F-4D97-AF65-F5344CB8AC3E}">
        <p14:creationId xmlns:p14="http://schemas.microsoft.com/office/powerpoint/2010/main" val="356493133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BE991-8B3B-7F3C-4305-F34A8F89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A6D384E6-3A36-0752-5597-AFCF00917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Distributed Systems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5549E3CD-D459-E846-2252-29491420D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Multiple systems. Typically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Connected together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Fulfilling an overarching mission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Geographically spread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Not all distributed systems follow this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Some distributed systems are in the same room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Cryptocurrency mining rigs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Greater exposure to physical calamities or issues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Natures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Independent storage, memory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Independent processing, although cooperating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Benefits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If one node crashes, the system continues although in a degraded state</a:t>
            </a:r>
          </a:p>
        </p:txBody>
      </p:sp>
    </p:spTree>
    <p:extLst>
      <p:ext uri="{BB962C8B-B14F-4D97-AF65-F5344CB8AC3E}">
        <p14:creationId xmlns:p14="http://schemas.microsoft.com/office/powerpoint/2010/main" val="378339631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CF9A7-645D-58A3-C5F2-05AEFCE33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758F657-285D-AD34-0FED-C2B96FE06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Fallacies of Distributed Computing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43286D78-9333-81CA-2BF7-F4C2F593E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The network is always reliable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Outages happen all the time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Network latency is always zero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Latency is rarely below 10ms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Bandwidth is infinite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Bottlenecks occur often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The network is secure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Plan for network attacks e.g., DDoS, MITM, …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Topology does not change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One portion maybe star, another maybe mesh, another maybe line, …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Networks each have only one admin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Each subnet has multiple admins with conflicting policies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Transport cost is zero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Building and maintaining a network is costly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The network is homogeneous</a:t>
            </a:r>
          </a:p>
        </p:txBody>
      </p:sp>
    </p:spTree>
    <p:extLst>
      <p:ext uri="{BB962C8B-B14F-4D97-AF65-F5344CB8AC3E}">
        <p14:creationId xmlns:p14="http://schemas.microsoft.com/office/powerpoint/2010/main" val="164624010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0E386-1ABC-E63B-86C9-78CD94E8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D5326FB-CF10-6D93-E1A5-E1792BE5F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Distributed Systems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C9D1A152-E8B6-9E24-4699-5E6996E90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Given the fallacies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Important to track operational status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One node going down is not problem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If we ignore, many others will eventually go down</a:t>
            </a:r>
          </a:p>
          <a:p>
            <a:pPr lvl="4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System crash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4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Tracking issues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Some nodes can become slow / delayed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How to differentiate delayed nodes from failed nodes?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Some nodes can become compromised or intentionally misbehave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How to differentiate?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Solution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Focus on overall network / system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CAP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153926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6B85-03BB-7C60-3CEF-32636381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CC48D7FB-E092-8AC2-9044-37548151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319" y="1320705"/>
            <a:ext cx="2140353" cy="285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WINTER CAP">
            <a:extLst>
              <a:ext uri="{FF2B5EF4-FFF2-40B4-BE49-F238E27FC236}">
                <a16:creationId xmlns:a16="http://schemas.microsoft.com/office/drawing/2014/main" id="{270CE2AA-FF6A-2575-639C-419A1F89A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96" y="1584227"/>
            <a:ext cx="2620370" cy="294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716A05B-EF66-4143-7489-67CD10304D2E}"/>
              </a:ext>
            </a:extLst>
          </p:cNvPr>
          <p:cNvGrpSpPr/>
          <p:nvPr/>
        </p:nvGrpSpPr>
        <p:grpSpPr>
          <a:xfrm>
            <a:off x="1410641" y="1473459"/>
            <a:ext cx="1888560" cy="3035160"/>
            <a:chOff x="1410641" y="1473459"/>
            <a:chExt cx="1888560" cy="30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49808CC-C9FD-3651-0D67-08401916AA8A}"/>
                    </a:ext>
                  </a:extLst>
                </p14:cNvPr>
                <p14:cNvContentPartPr/>
                <p14:nvPr/>
              </p14:nvContentPartPr>
              <p14:xfrm>
                <a:off x="1410641" y="1562379"/>
                <a:ext cx="1714680" cy="2513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49808CC-C9FD-3651-0D67-08401916AA8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47641" y="1499379"/>
                  <a:ext cx="1840320" cy="26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8F4BA1-2BAC-E965-80D9-6E1677690912}"/>
                    </a:ext>
                  </a:extLst>
                </p14:cNvPr>
                <p14:cNvContentPartPr/>
                <p14:nvPr/>
              </p14:nvContentPartPr>
              <p14:xfrm>
                <a:off x="1575881" y="1473459"/>
                <a:ext cx="1723320" cy="3035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8F4BA1-2BAC-E965-80D9-6E167769091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12881" y="1410459"/>
                  <a:ext cx="1848960" cy="316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D49F6F6-D81B-AC5C-D916-2018733ACB54}"/>
                  </a:ext>
                </a:extLst>
              </p14:cNvPr>
              <p14:cNvContentPartPr/>
              <p14:nvPr/>
            </p14:nvContentPartPr>
            <p14:xfrm>
              <a:off x="6130241" y="1466979"/>
              <a:ext cx="1532880" cy="3229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D49F6F6-D81B-AC5C-D916-2018733ACB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67241" y="1403979"/>
                <a:ext cx="1658520" cy="33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262E456-C79C-D9E8-A91E-62C6C807CDA6}"/>
                  </a:ext>
                </a:extLst>
              </p14:cNvPr>
              <p14:cNvContentPartPr/>
              <p14:nvPr/>
            </p14:nvContentPartPr>
            <p14:xfrm>
              <a:off x="5902361" y="1419099"/>
              <a:ext cx="1733760" cy="3050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262E456-C79C-D9E8-A91E-62C6C807CDA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39361" y="1356099"/>
                <a:ext cx="1859400" cy="31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554805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A0D1D-DEA7-94E0-6C21-AA829BC4A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537DB91F-B3DB-7FF4-F5E5-A749FB16D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CAP Principles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042C4F8B-F99D-A2FC-394E-CE8FAA832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Consistency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Every read receives the most recent write or an error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All nodes should see the same data at the same time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Availability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Every request receives a non-error response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No guarantee that it is the most recent write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Partition Tolerance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Node continues to operate even when ‘N’ number of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msgs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dropped/delayed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AKA Persistence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Attaining all three CAP in a network is a pipe dream. Practically: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CP: Upon partition, shutdown inconsistent nodes – sacrificing availability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AP: Upon partition, nodes remain online but may provide older data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CA: Nodes always provide latest, non-error responses. No partitions allowed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Disconnect partitioned nodes</a:t>
            </a:r>
          </a:p>
        </p:txBody>
      </p:sp>
    </p:spTree>
    <p:extLst>
      <p:ext uri="{BB962C8B-B14F-4D97-AF65-F5344CB8AC3E}">
        <p14:creationId xmlns:p14="http://schemas.microsoft.com/office/powerpoint/2010/main" val="378066862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17853-27E8-C8C7-1A04-2A50C282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D553A79-3E21-EEB9-D033-302B2EDA9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CAP Deployment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70A07492-622C-568A-BBD0-815086628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Modern trend is AP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BASE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Basically Available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3-nines (99.9%), 4-nines (99.99%), or 5-nines (99.999%)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Soft states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Daily backups or snapshots, easy to restore/revert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Eventual Consistency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Nodes will eventually start producing latest data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Dynamo motivation</a:t>
            </a:r>
          </a:p>
          <a:p>
            <a:pPr marL="457200" lvl="1" indent="0" eaLnBrk="1" hangingPunct="1"/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CAP focuses on data syncs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How to measure data correctness?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ACID</a:t>
            </a:r>
          </a:p>
        </p:txBody>
      </p:sp>
    </p:spTree>
    <p:extLst>
      <p:ext uri="{BB962C8B-B14F-4D97-AF65-F5344CB8AC3E}">
        <p14:creationId xmlns:p14="http://schemas.microsoft.com/office/powerpoint/2010/main" val="57463489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38588-46AE-287C-8465-165E81B41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C0E5DF-0F59-75D8-E7B1-01546FAD3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70" y="1651156"/>
            <a:ext cx="3281963" cy="221549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38E1C4D-13F9-A117-7EC7-CDAB415DA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321" y="1589964"/>
            <a:ext cx="4398379" cy="257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21D7E54-5FF2-0EE9-56E8-063D3F828FE8}"/>
              </a:ext>
            </a:extLst>
          </p:cNvPr>
          <p:cNvGrpSpPr/>
          <p:nvPr/>
        </p:nvGrpSpPr>
        <p:grpSpPr>
          <a:xfrm>
            <a:off x="1410641" y="1473459"/>
            <a:ext cx="1888560" cy="3035160"/>
            <a:chOff x="1410641" y="1473459"/>
            <a:chExt cx="1888560" cy="30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18234E-CD4A-144D-3602-97B10797AAB3}"/>
                    </a:ext>
                  </a:extLst>
                </p14:cNvPr>
                <p14:cNvContentPartPr/>
                <p14:nvPr/>
              </p14:nvContentPartPr>
              <p14:xfrm>
                <a:off x="1410641" y="1562379"/>
                <a:ext cx="1714680" cy="2513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18234E-CD4A-144D-3602-97B10797AAB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48001" y="1499739"/>
                  <a:ext cx="1840320" cy="26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BEC171C-3F54-4AE1-D933-B9BAF5E2546A}"/>
                    </a:ext>
                  </a:extLst>
                </p14:cNvPr>
                <p14:cNvContentPartPr/>
                <p14:nvPr/>
              </p14:nvContentPartPr>
              <p14:xfrm>
                <a:off x="1575881" y="1473459"/>
                <a:ext cx="1723320" cy="3035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BEC171C-3F54-4AE1-D933-B9BAF5E254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13241" y="1410819"/>
                  <a:ext cx="1848960" cy="316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C8BEF6-94A3-B93A-ADD8-BEC3CC4C46D1}"/>
                  </a:ext>
                </a:extLst>
              </p14:cNvPr>
              <p14:cNvContentPartPr/>
              <p14:nvPr/>
            </p14:nvContentPartPr>
            <p14:xfrm>
              <a:off x="6130241" y="1466979"/>
              <a:ext cx="1532880" cy="3229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C8BEF6-94A3-B93A-ADD8-BEC3CC4C46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67601" y="1404339"/>
                <a:ext cx="1658520" cy="33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0C5C2BF-4204-033B-4E9E-A98AF172C4BA}"/>
                  </a:ext>
                </a:extLst>
              </p14:cNvPr>
              <p14:cNvContentPartPr/>
              <p14:nvPr/>
            </p14:nvContentPartPr>
            <p14:xfrm>
              <a:off x="5902361" y="1419099"/>
              <a:ext cx="1733760" cy="3050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0C5C2BF-4204-033B-4E9E-A98AF172C4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39361" y="1356099"/>
                <a:ext cx="1859400" cy="31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70031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27084-5704-7A53-2E6D-9F675CDE8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81127B42-ABD2-6585-FDE5-E017798AB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ACID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F2D13A65-0723-D01D-8D89-78F3F6243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Atomicity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Every transaction can either succeed or fail, no partials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If one part fails, the whole things is considered failed </a:t>
            </a: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 rollback</a:t>
            </a: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Consistency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Transactions should transit between valid states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Block transactions that would not produce valid output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Isolation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Manage concurrent transactions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Allows multiple users to read-write simultaneously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Durability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Once a transaction is committed  remains saved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Even after power loss, reboot, crash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Provide integrity, reliability, concurrent access management, fault tolerance</a:t>
            </a:r>
          </a:p>
        </p:txBody>
      </p:sp>
    </p:spTree>
    <p:extLst>
      <p:ext uri="{BB962C8B-B14F-4D97-AF65-F5344CB8AC3E}">
        <p14:creationId xmlns:p14="http://schemas.microsoft.com/office/powerpoint/2010/main" val="179737008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B8F0-605E-A071-86C7-CFB6F149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0E1D0EA1-6C34-B2C9-36B5-44136C351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Heartbeats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B31EF3E7-2C55-4054-7C29-4367FBEEB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Heartbeats and Pulses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Heartbeats: timely pings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Pulses: deterministic frequency of heartbeats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Disadvantage?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Nodes can be delayed or slowed down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Miss pulses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Nodes can be intentionally avoiding pings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Byzantine faults: CPTS 427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Solution?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Leader-Follower Model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Quorum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B9A28F-6128-6403-0D63-53A7DBFEA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560" y="1661518"/>
            <a:ext cx="2848373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5219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941E0-95FC-F940-FA71-1965A7B0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B9ED19CD-59D0-A808-632C-DDDF0D3F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Leader &amp; Quorum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3B961FE5-589F-B00B-D272-4F5B515DF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Leader-follower model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One node is designated or elected as a leader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Others are followers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Only the leader can order writes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Others can read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Quorum model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N: Number of nodes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W: Write quorum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R: Read quorum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 + R &gt; N: consistency but poor availability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 &gt; R+N: durability but poorer latency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R &gt; W+N: better latency but likely stale data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 &gt; W + R: best availability but poorer latency or stale data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Dozens of other consensus models: CPTS 427</a:t>
            </a:r>
          </a:p>
        </p:txBody>
      </p:sp>
    </p:spTree>
    <p:extLst>
      <p:ext uri="{BB962C8B-B14F-4D97-AF65-F5344CB8AC3E}">
        <p14:creationId xmlns:p14="http://schemas.microsoft.com/office/powerpoint/2010/main" val="230612497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19812-DCBD-693F-1FCC-C66379B2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A85DC225-3118-ECC8-F079-2030F2DED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06322F8B-143D-DBEB-4557-CB947E2CC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806426"/>
            <a:ext cx="86804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heartbeat.c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heartbeat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heartbeat.c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heartbeat2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	./heartbeat monitor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	./heartbeat2 worker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Node_A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8659A-1690-8D58-97D5-2542FDF7E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53" y="2243398"/>
            <a:ext cx="5563376" cy="1352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2D56EA-D77B-EAB8-8DFB-0879439D3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53" y="3924369"/>
            <a:ext cx="5782482" cy="1047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DD4ECD-2736-6930-8C0D-2A9A621C6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099" y="3517332"/>
            <a:ext cx="4305901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9103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698EE-D8E7-EF28-42D2-8EC19CC3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30EA1C33-F6B3-B1AC-7499-489CDF58D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E617855E-7493-4E74-3098-0421CC108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rlog_node.c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rlog_node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rlog_node.c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rlog_node2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rlog_node.c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rlog_node3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rlog_client.c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rlog_client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Terminal 1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rlog_node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follower 9001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Terminal 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rlog_node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follower 9002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Terminal 3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rlog_node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leader 9000 127.0.0.1:9001 127.0.0.1:9002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Terminal 4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rlog_client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127.0.01 9000 “entry-1”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rlog_client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127.0.01 9000 “entry-2”</a:t>
            </a:r>
          </a:p>
        </p:txBody>
      </p:sp>
    </p:spTree>
    <p:extLst>
      <p:ext uri="{BB962C8B-B14F-4D97-AF65-F5344CB8AC3E}">
        <p14:creationId xmlns:p14="http://schemas.microsoft.com/office/powerpoint/2010/main" val="252853026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718CF-A8DC-BAD9-D8BA-59B4AE42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F96EA51-7B61-D72C-B7A7-A335B74E4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B1136-1875-89E2-0A86-890D8C267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574" y="936872"/>
            <a:ext cx="6096851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0791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EAF91-A79C-9E25-2256-7678A51F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81D720FF-D0C3-06C0-0710-E6DBAAD613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44B6C-ACEF-A052-0F35-E58346C22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574" y="1005752"/>
            <a:ext cx="6096851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6153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C9B2-B746-DDBF-355F-1ED16853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B2DF9CA-722B-CB3D-643A-FD43CCE69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B4A95-A860-0BD5-B388-E109C0FA3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522" y="969573"/>
            <a:ext cx="6134956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3459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B65FE-3580-1C1A-2108-D29D3ABF8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97B2660C-2DB4-BAD3-045A-CF71ACFE1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D2E24-9F35-98BE-4D8D-7EE81EF72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048" y="945115"/>
            <a:ext cx="6115904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8631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59BD-164E-1BFD-5E40-E7FC4025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3AD8665C-99C2-4508-5956-3905F0FE4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84C75B-D114-3F03-77C9-5C428F3E8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8138"/>
            <a:ext cx="9144000" cy="45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5334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E49C-467C-11A0-122C-3D32EF98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837AF057-8B34-D0CD-2D72-27F9E23E1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Distributed File Systems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BA38A700-213D-E20E-B8B3-842DCACC2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‘Everything is a file’; program treats network as a file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Network File System (NFS)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Server shares </a:t>
            </a:r>
            <a:r>
              <a:rPr lang="en-US" altLang="en-US" dirty="0" err="1">
                <a:solidFill>
                  <a:schemeClr val="bg2"/>
                </a:solidFill>
                <a:latin typeface="+mn-lt"/>
              </a:rPr>
              <a:t>dirs</a:t>
            </a: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  <a:sym typeface="Wingdings" panose="05000000000000000000" pitchFamily="2" charset="2"/>
              </a:rPr>
              <a:t>client mounts those </a:t>
            </a:r>
            <a:r>
              <a:rPr lang="en-US" altLang="en-US" dirty="0" err="1">
                <a:solidFill>
                  <a:schemeClr val="bg2"/>
                </a:solidFill>
                <a:latin typeface="+mn-lt"/>
                <a:sym typeface="Wingdings" panose="05000000000000000000" pitchFamily="2" charset="2"/>
              </a:rPr>
              <a:t>dirs</a:t>
            </a:r>
            <a:r>
              <a:rPr lang="en-US" altLang="en-US" dirty="0">
                <a:solidFill>
                  <a:schemeClr val="bg2"/>
                </a:solidFill>
                <a:latin typeface="+mn-lt"/>
                <a:sym typeface="Wingdings" panose="05000000000000000000" pitchFamily="2" charset="2"/>
              </a:rPr>
              <a:t> and operates like local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Protocol-first i.e., clients don’t care how the server stores files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Can swap backend storage without changing clients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NFSv3 adds: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File locking + mount functionality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Statelessness: server does not track file pointers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Idempotency: allows multiple concurrent reads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NFSv4 adds: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Global mounts, </a:t>
            </a:r>
            <a:r>
              <a:rPr lang="en-US" altLang="en-US" dirty="0" err="1">
                <a:solidFill>
                  <a:schemeClr val="bg2"/>
                </a:solidFill>
                <a:latin typeface="+mn-lt"/>
              </a:rPr>
              <a:t>Statefulness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, client caching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Compound operations</a:t>
            </a: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LOOKUP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OPEN  READ-WRITE  CLOSE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[LOOKUP + OPEN + READ-WRITE + CLOSE]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0463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5567F-83C9-36CE-CCAE-67C7BBADF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5387283-A249-AC12-1E46-F211A218E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86" y="0"/>
            <a:ext cx="817662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628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AC8A-763B-7410-86A6-297BFE54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E476C62-2F95-3E4D-64D4-9597B6743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Distributed File Systems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2F19658A-DBE5-ECB2-12F4-70D336FFF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Hadoop File System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Open-source, originally Java-based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128MB chunks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Leader-follower: </a:t>
            </a:r>
            <a:r>
              <a:rPr lang="en-US" altLang="en-US" dirty="0" err="1">
                <a:solidFill>
                  <a:schemeClr val="bg2"/>
                </a:solidFill>
              </a:rPr>
              <a:t>NameNode</a:t>
            </a:r>
            <a:r>
              <a:rPr lang="en-US" altLang="en-US" dirty="0">
                <a:solidFill>
                  <a:schemeClr val="bg2"/>
                </a:solidFill>
              </a:rPr>
              <a:t>, </a:t>
            </a:r>
            <a:r>
              <a:rPr lang="en-US" altLang="en-US" dirty="0" err="1">
                <a:solidFill>
                  <a:schemeClr val="bg2"/>
                </a:solidFill>
              </a:rPr>
              <a:t>DataNode</a:t>
            </a:r>
            <a:endParaRPr lang="en-US" altLang="en-US" dirty="0">
              <a:solidFill>
                <a:schemeClr val="bg2"/>
              </a:solidFill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Optimized for batch processing and large data sets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Rack-awareness: tracks topology via latency estimates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Places replicas on separate racks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Google File System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Open-source, originally Java-based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64MB chunks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Leader-follower: Master, </a:t>
            </a:r>
            <a:r>
              <a:rPr lang="en-US" altLang="en-US" dirty="0" err="1">
                <a:solidFill>
                  <a:schemeClr val="bg2"/>
                </a:solidFill>
              </a:rPr>
              <a:t>Chunker</a:t>
            </a:r>
            <a:endParaRPr lang="en-US" altLang="en-US" dirty="0">
              <a:solidFill>
                <a:schemeClr val="bg2"/>
              </a:solidFill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Optimized for frequent accesses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Rack-awareness: added in Colossus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CRUSH: Controlled Replication Under Scalable Hashing</a:t>
            </a:r>
          </a:p>
        </p:txBody>
      </p:sp>
    </p:spTree>
    <p:extLst>
      <p:ext uri="{BB962C8B-B14F-4D97-AF65-F5344CB8AC3E}">
        <p14:creationId xmlns:p14="http://schemas.microsoft.com/office/powerpoint/2010/main" val="316844508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5746-001E-6FB3-8D5F-9C68D01E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C5D63C-7D18-9A63-FFF9-38A9AE975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629" y="1222638"/>
            <a:ext cx="5912742" cy="31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648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CE651-CCD1-CAAC-446E-1ED0EDAAB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4FE7185-E4A7-4BF8-AECA-EB8AB111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527" y="868958"/>
            <a:ext cx="6790946" cy="403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04906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7C47E-E57B-8B27-2328-3519B640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2C4505F8-1F5E-455C-BDF9-0AF01F717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F22D3379-27C0-6F2E-0257-7524E19EE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stateless_fs.c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stateless_fs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stateless_fs.c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stateless_fs2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echo “ABCDEFGHIJKLMNOPQRSTUVWXYZ” &gt; test.txt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stateless_fs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server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./stateless_fs2 client test.txt 0 5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./stateless_fs2 client test.txt 10 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58EFE-9B44-369B-FA34-F9F0CB7C6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73" y="2473840"/>
            <a:ext cx="5430008" cy="724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9BEB2B-1981-520E-C62C-24D5B8544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04138"/>
            <a:ext cx="4172532" cy="619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C29BDF-2F92-AFB7-AC99-1AC95B9EE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660" y="3404138"/>
            <a:ext cx="488700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8379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685F-C1FA-8303-BE6D-45FA5638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E39C94C4-6003-0F06-12E1-0EC296CBF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5AE8EEFA-F51A-9B1C-F98C-5CAC5DD94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dfs_chunk.c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dfs_chunk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dfs_meta.c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dfs_meta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dfs_client.c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–o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dfs_client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Terminal 1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dfs_chunk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9101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Terminal 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dfs_chunk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9102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Terminal 3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dfs_meta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9200 127.0.0.1:9101 127.0.0.1:9102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Terminal 4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dd if=/dev/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urandom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of=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sample.bin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bs=1K count=200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dfs_client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put 127.0.0.1 9200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sample.bin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file.bin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dfs_client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get 127.0.0.1 9200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file.bin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out.bin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cmp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sample.bin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out.bin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&amp;&amp; echo “match”</a:t>
            </a:r>
          </a:p>
        </p:txBody>
      </p:sp>
    </p:spTree>
    <p:extLst>
      <p:ext uri="{BB962C8B-B14F-4D97-AF65-F5344CB8AC3E}">
        <p14:creationId xmlns:p14="http://schemas.microsoft.com/office/powerpoint/2010/main" val="128547226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1EF6B-3181-CE98-F1C9-5BA33F7C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0B2C421B-6492-6D70-BCF8-21DB6A0D4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C316C7-488D-8EED-2A7F-3198C7A69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527" y="922625"/>
            <a:ext cx="5753903" cy="504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FE7000-FD83-8606-0E28-99EEB1675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942" y="1561611"/>
            <a:ext cx="3410426" cy="362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6FF81E-240F-5E6C-0531-CFD9FC839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940" y="3008514"/>
            <a:ext cx="6030167" cy="16575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CDF5F2-8818-3A70-062E-90B7971B20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791" y="2059923"/>
            <a:ext cx="5563376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2244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WSU Brand HEX">
      <a:dk1>
        <a:srgbClr val="000000"/>
      </a:dk1>
      <a:lt1>
        <a:srgbClr val="FFFFFF"/>
      </a:lt1>
      <a:dk2>
        <a:srgbClr val="003C69"/>
      </a:dk2>
      <a:lt2>
        <a:srgbClr val="DBCEAC"/>
      </a:lt2>
      <a:accent1>
        <a:srgbClr val="981E32"/>
      </a:accent1>
      <a:accent2>
        <a:srgbClr val="5E6A71"/>
      </a:accent2>
      <a:accent3>
        <a:srgbClr val="C60C30"/>
      </a:accent3>
      <a:accent4>
        <a:srgbClr val="EC7A08"/>
      </a:accent4>
      <a:accent5>
        <a:srgbClr val="3CB6CE"/>
      </a:accent5>
      <a:accent6>
        <a:srgbClr val="B6BF00"/>
      </a:accent6>
      <a:hlink>
        <a:srgbClr val="452325"/>
      </a:hlink>
      <a:folHlink>
        <a:srgbClr val="FF0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000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A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099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C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6641</TotalTime>
  <Words>1465</Words>
  <Application>Microsoft Office PowerPoint</Application>
  <PresentationFormat>On-screen Show (16:9)</PresentationFormat>
  <Paragraphs>319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Consolas</vt:lpstr>
      <vt:lpstr>Lucida Sans</vt:lpstr>
      <vt:lpstr>Times New Roman</vt:lpstr>
      <vt:lpstr>Wingdings</vt:lpstr>
      <vt:lpstr>Default Design</vt:lpstr>
      <vt:lpstr>CptS 360</vt:lpstr>
      <vt:lpstr>Connection from Last Session</vt:lpstr>
      <vt:lpstr>Delivery at Scale</vt:lpstr>
      <vt:lpstr>Distributed Systems</vt:lpstr>
      <vt:lpstr>Fallacies of Distributed Computing</vt:lpstr>
      <vt:lpstr>Distributed Systems</vt:lpstr>
      <vt:lpstr>PowerPoint Presentation</vt:lpstr>
      <vt:lpstr>CAP Principles</vt:lpstr>
      <vt:lpstr>CAP Deployment</vt:lpstr>
      <vt:lpstr>PowerPoint Presentation</vt:lpstr>
      <vt:lpstr>ACID</vt:lpstr>
      <vt:lpstr>Heartbeats</vt:lpstr>
      <vt:lpstr>Leader &amp; Quorum</vt:lpstr>
      <vt:lpstr>Demo</vt:lpstr>
      <vt:lpstr>Demo</vt:lpstr>
      <vt:lpstr>Demos</vt:lpstr>
      <vt:lpstr>Demos</vt:lpstr>
      <vt:lpstr>Demos</vt:lpstr>
      <vt:lpstr>Demos</vt:lpstr>
      <vt:lpstr>Demos</vt:lpstr>
      <vt:lpstr>Distributed File Systems</vt:lpstr>
      <vt:lpstr>PowerPoint Presentation</vt:lpstr>
      <vt:lpstr>Distributed File Systems</vt:lpstr>
      <vt:lpstr>PowerPoint Presentation</vt:lpstr>
      <vt:lpstr>PowerPoint Presentation</vt:lpstr>
      <vt:lpstr>Demo</vt:lpstr>
      <vt:lpstr>Demo</vt:lpstr>
      <vt:lpstr>Demo</vt:lpstr>
    </vt:vector>
  </TitlesOfParts>
  <Company>Washington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Marketing</dc:creator>
  <cp:lastModifiedBy>Jillepalli, Ananth</cp:lastModifiedBy>
  <cp:revision>594</cp:revision>
  <cp:lastPrinted>2014-04-21T18:27:44Z</cp:lastPrinted>
  <dcterms:created xsi:type="dcterms:W3CDTF">2001-10-04T20:08:10Z</dcterms:created>
  <dcterms:modified xsi:type="dcterms:W3CDTF">2026-04-09T16:17:29Z</dcterms:modified>
</cp:coreProperties>
</file>