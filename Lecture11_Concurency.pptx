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handoutMasterIdLst>
    <p:handoutMasterId r:id="rId35"/>
  </p:handoutMasterIdLst>
  <p:sldIdLst>
    <p:sldId id="304" r:id="rId2"/>
    <p:sldId id="338" r:id="rId3"/>
    <p:sldId id="477" r:id="rId4"/>
    <p:sldId id="480" r:id="rId5"/>
    <p:sldId id="475" r:id="rId6"/>
    <p:sldId id="446" r:id="rId7"/>
    <p:sldId id="476" r:id="rId8"/>
    <p:sldId id="459" r:id="rId9"/>
    <p:sldId id="478" r:id="rId10"/>
    <p:sldId id="479" r:id="rId11"/>
    <p:sldId id="481" r:id="rId12"/>
    <p:sldId id="482" r:id="rId13"/>
    <p:sldId id="483" r:id="rId14"/>
    <p:sldId id="484" r:id="rId15"/>
    <p:sldId id="468" r:id="rId16"/>
    <p:sldId id="485" r:id="rId17"/>
    <p:sldId id="486" r:id="rId18"/>
    <p:sldId id="487" r:id="rId19"/>
    <p:sldId id="488" r:id="rId20"/>
    <p:sldId id="489" r:id="rId21"/>
    <p:sldId id="490" r:id="rId22"/>
    <p:sldId id="491" r:id="rId23"/>
    <p:sldId id="492" r:id="rId24"/>
    <p:sldId id="493" r:id="rId25"/>
    <p:sldId id="494" r:id="rId26"/>
    <p:sldId id="496" r:id="rId27"/>
    <p:sldId id="495" r:id="rId28"/>
    <p:sldId id="501" r:id="rId29"/>
    <p:sldId id="497" r:id="rId30"/>
    <p:sldId id="498" r:id="rId31"/>
    <p:sldId id="499" r:id="rId32"/>
    <p:sldId id="500" r:id="rId33"/>
  </p:sldIdLst>
  <p:sldSz cx="9144000" cy="5143500" type="screen16x9"/>
  <p:notesSz cx="9296400" cy="7010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86">
          <p15:clr>
            <a:srgbClr val="A4A3A4"/>
          </p15:clr>
        </p15:guide>
        <p15:guide id="2" pos="37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08">
          <p15:clr>
            <a:srgbClr val="A4A3A4"/>
          </p15:clr>
        </p15:guide>
        <p15:guide id="2" pos="292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0C30"/>
    <a:srgbClr val="EAEAEA"/>
    <a:srgbClr val="DBCEAC"/>
    <a:srgbClr val="3CB6CE"/>
    <a:srgbClr val="B6BF00"/>
    <a:srgbClr val="EC7A00"/>
    <a:srgbClr val="003C69"/>
    <a:srgbClr val="4523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963886-2E9E-4E14-97BF-C9028E34DEAE}" v="17" dt="2026-04-07T16:36:04.2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85" autoAdjust="0"/>
    <p:restoredTop sz="97674" autoAdjust="0"/>
  </p:normalViewPr>
  <p:slideViewPr>
    <p:cSldViewPr snapToGrid="0">
      <p:cViewPr varScale="1">
        <p:scale>
          <a:sx n="140" d="100"/>
          <a:sy n="140" d="100"/>
        </p:scale>
        <p:origin x="864" y="126"/>
      </p:cViewPr>
      <p:guideLst>
        <p:guide orient="horz" pos="486"/>
        <p:guide pos="37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Grid="0">
      <p:cViewPr varScale="1">
        <p:scale>
          <a:sx n="118" d="100"/>
          <a:sy n="118" d="100"/>
        </p:scale>
        <p:origin x="-2004" y="-96"/>
      </p:cViewPr>
      <p:guideLst>
        <p:guide orient="horz" pos="2208"/>
        <p:guide pos="292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llepalli, Ananth" userId="c67baff2-5b80-4b31-8765-653e91404522" providerId="ADAL" clId="{57776F82-62D0-4C7B-849E-24517F3C801E}"/>
    <pc:docChg chg="undo redo custSel addSld delSld modSld sldOrd">
      <pc:chgData name="Jillepalli, Ananth" userId="c67baff2-5b80-4b31-8765-653e91404522" providerId="ADAL" clId="{57776F82-62D0-4C7B-849E-24517F3C801E}" dt="2026-04-07T16:55:42.788" v="21511" actId="20577"/>
      <pc:docMkLst>
        <pc:docMk/>
      </pc:docMkLst>
      <pc:sldChg chg="modSp mod">
        <pc:chgData name="Jillepalli, Ananth" userId="c67baff2-5b80-4b31-8765-653e91404522" providerId="ADAL" clId="{57776F82-62D0-4C7B-849E-24517F3C801E}" dt="2026-04-02T15:43:44.909" v="12497" actId="20577"/>
        <pc:sldMkLst>
          <pc:docMk/>
          <pc:sldMk cId="0" sldId="304"/>
        </pc:sldMkLst>
        <pc:spChg chg="mod">
          <ac:chgData name="Jillepalli, Ananth" userId="c67baff2-5b80-4b31-8765-653e91404522" providerId="ADAL" clId="{57776F82-62D0-4C7B-849E-24517F3C801E}" dt="2026-04-02T15:43:44.909" v="12497" actId="20577"/>
          <ac:spMkLst>
            <pc:docMk/>
            <pc:sldMk cId="0" sldId="304"/>
            <ac:spMk id="5123" creationId="{486AF756-BFA2-DDA1-C6FD-5C6FB8363737}"/>
          </ac:spMkLst>
        </pc:spChg>
      </pc:sldChg>
      <pc:sldChg chg="modSp mod">
        <pc:chgData name="Jillepalli, Ananth" userId="c67baff2-5b80-4b31-8765-653e91404522" providerId="ADAL" clId="{57776F82-62D0-4C7B-849E-24517F3C801E}" dt="2026-04-02T15:51:59.157" v="12685" actId="20577"/>
        <pc:sldMkLst>
          <pc:docMk/>
          <pc:sldMk cId="0" sldId="338"/>
        </pc:sldMkLst>
        <pc:spChg chg="mod">
          <ac:chgData name="Jillepalli, Ananth" userId="c67baff2-5b80-4b31-8765-653e91404522" providerId="ADAL" clId="{57776F82-62D0-4C7B-849E-24517F3C801E}" dt="2026-03-26T16:07:53.421" v="4563" actId="20577"/>
          <ac:spMkLst>
            <pc:docMk/>
            <pc:sldMk cId="0" sldId="338"/>
            <ac:spMk id="7170" creationId="{18FDA59A-CF67-4908-3879-02F7D6C4C29D}"/>
          </ac:spMkLst>
        </pc:spChg>
        <pc:spChg chg="mod">
          <ac:chgData name="Jillepalli, Ananth" userId="c67baff2-5b80-4b31-8765-653e91404522" providerId="ADAL" clId="{57776F82-62D0-4C7B-849E-24517F3C801E}" dt="2026-04-02T15:51:59.157" v="12685" actId="20577"/>
          <ac:spMkLst>
            <pc:docMk/>
            <pc:sldMk cId="0" sldId="338"/>
            <ac:spMk id="7171" creationId="{5CDB970E-A4FF-28C8-69F6-663008CD0768}"/>
          </ac:spMkLst>
        </pc:spChg>
      </pc:sldChg>
      <pc:sldChg chg="addSp delSp modSp add mod ord">
        <pc:chgData name="Jillepalli, Ananth" userId="c67baff2-5b80-4b31-8765-653e91404522" providerId="ADAL" clId="{57776F82-62D0-4C7B-849E-24517F3C801E}" dt="2026-04-02T16:03:26.355" v="13051" actId="1076"/>
        <pc:sldMkLst>
          <pc:docMk/>
          <pc:sldMk cId="4161450603" sldId="446"/>
        </pc:sldMkLst>
        <pc:spChg chg="mod">
          <ac:chgData name="Jillepalli, Ananth" userId="c67baff2-5b80-4b31-8765-653e91404522" providerId="ADAL" clId="{57776F82-62D0-4C7B-849E-24517F3C801E}" dt="2026-04-02T15:58:12.055" v="13025" actId="20577"/>
          <ac:spMkLst>
            <pc:docMk/>
            <pc:sldMk cId="4161450603" sldId="446"/>
            <ac:spMk id="11266" creationId="{DEED859B-0097-E4AE-B14C-92CD25E2A526}"/>
          </ac:spMkLst>
        </pc:spChg>
        <pc:picChg chg="add mod">
          <ac:chgData name="Jillepalli, Ananth" userId="c67baff2-5b80-4b31-8765-653e91404522" providerId="ADAL" clId="{57776F82-62D0-4C7B-849E-24517F3C801E}" dt="2026-04-02T16:03:26.355" v="13051" actId="1076"/>
          <ac:picMkLst>
            <pc:docMk/>
            <pc:sldMk cId="4161450603" sldId="446"/>
            <ac:picMk id="1026" creationId="{1415341E-AB52-4693-4431-4D06AB2FDD7F}"/>
          </ac:picMkLst>
        </pc:picChg>
      </pc:sldChg>
      <pc:sldChg chg="addSp modSp add mod ord">
        <pc:chgData name="Jillepalli, Ananth" userId="c67baff2-5b80-4b31-8765-653e91404522" providerId="ADAL" clId="{57776F82-62D0-4C7B-849E-24517F3C801E}" dt="2026-04-02T16:14:27.978" v="13759" actId="20577"/>
        <pc:sldMkLst>
          <pc:docMk/>
          <pc:sldMk cId="3001775475" sldId="459"/>
        </pc:sldMkLst>
        <pc:spChg chg="mod">
          <ac:chgData name="Jillepalli, Ananth" userId="c67baff2-5b80-4b31-8765-653e91404522" providerId="ADAL" clId="{57776F82-62D0-4C7B-849E-24517F3C801E}" dt="2026-04-02T16:05:21.783" v="13072" actId="20577"/>
          <ac:spMkLst>
            <pc:docMk/>
            <pc:sldMk cId="3001775475" sldId="459"/>
            <ac:spMk id="11266" creationId="{F16444FE-8E89-C414-FB90-F15F7C3DCEAF}"/>
          </ac:spMkLst>
        </pc:spChg>
        <pc:spChg chg="mod">
          <ac:chgData name="Jillepalli, Ananth" userId="c67baff2-5b80-4b31-8765-653e91404522" providerId="ADAL" clId="{57776F82-62D0-4C7B-849E-24517F3C801E}" dt="2026-04-02T16:14:27.978" v="13759" actId="20577"/>
          <ac:spMkLst>
            <pc:docMk/>
            <pc:sldMk cId="3001775475" sldId="459"/>
            <ac:spMk id="11267" creationId="{58200176-A7F5-3D1F-D326-E7079E21F300}"/>
          </ac:spMkLst>
        </pc:spChg>
      </pc:sldChg>
      <pc:sldChg chg="modSp add mod">
        <pc:chgData name="Jillepalli, Ananth" userId="c67baff2-5b80-4b31-8765-653e91404522" providerId="ADAL" clId="{57776F82-62D0-4C7B-849E-24517F3C801E}" dt="2026-04-02T16:53:46.342" v="17795" actId="12"/>
        <pc:sldMkLst>
          <pc:docMk/>
          <pc:sldMk cId="2204332655" sldId="468"/>
        </pc:sldMkLst>
        <pc:spChg chg="mod">
          <ac:chgData name="Jillepalli, Ananth" userId="c67baff2-5b80-4b31-8765-653e91404522" providerId="ADAL" clId="{57776F82-62D0-4C7B-849E-24517F3C801E}" dt="2026-04-02T16:48:22.381" v="17181" actId="20577"/>
          <ac:spMkLst>
            <pc:docMk/>
            <pc:sldMk cId="2204332655" sldId="468"/>
            <ac:spMk id="11266" creationId="{E9133C37-2241-0F4F-40D1-6325AEB3441F}"/>
          </ac:spMkLst>
        </pc:spChg>
        <pc:spChg chg="mod">
          <ac:chgData name="Jillepalli, Ananth" userId="c67baff2-5b80-4b31-8765-653e91404522" providerId="ADAL" clId="{57776F82-62D0-4C7B-849E-24517F3C801E}" dt="2026-04-02T16:53:46.342" v="17795" actId="12"/>
          <ac:spMkLst>
            <pc:docMk/>
            <pc:sldMk cId="2204332655" sldId="468"/>
            <ac:spMk id="11267" creationId="{51A61DB9-7AC1-AF43-273E-207792707714}"/>
          </ac:spMkLst>
        </pc:spChg>
      </pc:sldChg>
      <pc:sldChg chg="delSp modSp add ord">
        <pc:chgData name="Jillepalli, Ananth" userId="c67baff2-5b80-4b31-8765-653e91404522" providerId="ADAL" clId="{57776F82-62D0-4C7B-849E-24517F3C801E}" dt="2026-04-02T16:03:05.058" v="13045"/>
        <pc:sldMkLst>
          <pc:docMk/>
          <pc:sldMk cId="1723276226" sldId="475"/>
        </pc:sldMkLst>
        <pc:picChg chg="mod">
          <ac:chgData name="Jillepalli, Ananth" userId="c67baff2-5b80-4b31-8765-653e91404522" providerId="ADAL" clId="{57776F82-62D0-4C7B-849E-24517F3C801E}" dt="2026-04-02T16:02:59.326" v="13043" actId="1076"/>
          <ac:picMkLst>
            <pc:docMk/>
            <pc:sldMk cId="1723276226" sldId="475"/>
            <ac:picMk id="1030" creationId="{FBB91C0E-4C05-5125-3F83-151D81421F7F}"/>
          </ac:picMkLst>
        </pc:picChg>
      </pc:sldChg>
      <pc:sldChg chg="addSp delSp modSp add">
        <pc:chgData name="Jillepalli, Ananth" userId="c67baff2-5b80-4b31-8765-653e91404522" providerId="ADAL" clId="{57776F82-62D0-4C7B-849E-24517F3C801E}" dt="2026-04-02T16:03:58.475" v="13057" actId="1076"/>
        <pc:sldMkLst>
          <pc:docMk/>
          <pc:sldMk cId="2790444056" sldId="476"/>
        </pc:sldMkLst>
        <pc:picChg chg="add mod">
          <ac:chgData name="Jillepalli, Ananth" userId="c67baff2-5b80-4b31-8765-653e91404522" providerId="ADAL" clId="{57776F82-62D0-4C7B-849E-24517F3C801E}" dt="2026-04-02T16:03:58.475" v="13057" actId="1076"/>
          <ac:picMkLst>
            <pc:docMk/>
            <pc:sldMk cId="2790444056" sldId="476"/>
            <ac:picMk id="2050" creationId="{7E06271C-32D7-9B0F-D01A-6BB8CB6EA4EE}"/>
          </ac:picMkLst>
        </pc:picChg>
      </pc:sldChg>
      <pc:sldChg chg="modSp add mod ord">
        <pc:chgData name="Jillepalli, Ananth" userId="c67baff2-5b80-4b31-8765-653e91404522" providerId="ADAL" clId="{57776F82-62D0-4C7B-849E-24517F3C801E}" dt="2026-04-02T16:21:40.652" v="14230"/>
        <pc:sldMkLst>
          <pc:docMk/>
          <pc:sldMk cId="3564931335" sldId="477"/>
        </pc:sldMkLst>
        <pc:spChg chg="mod">
          <ac:chgData name="Jillepalli, Ananth" userId="c67baff2-5b80-4b31-8765-653e91404522" providerId="ADAL" clId="{57776F82-62D0-4C7B-849E-24517F3C801E}" dt="2026-04-02T16:21:40.652" v="14230"/>
          <ac:spMkLst>
            <pc:docMk/>
            <pc:sldMk cId="3564931335" sldId="477"/>
            <ac:spMk id="11267" creationId="{62F6A025-D511-ADFF-EBF0-3AFC3DF2BED6}"/>
          </ac:spMkLst>
        </pc:spChg>
      </pc:sldChg>
      <pc:sldChg chg="modSp add mod">
        <pc:chgData name="Jillepalli, Ananth" userId="c67baff2-5b80-4b31-8765-653e91404522" providerId="ADAL" clId="{57776F82-62D0-4C7B-849E-24517F3C801E}" dt="2026-04-02T16:13:23.057" v="13708" actId="114"/>
        <pc:sldMkLst>
          <pc:docMk/>
          <pc:sldMk cId="4158375494" sldId="478"/>
        </pc:sldMkLst>
        <pc:spChg chg="mod">
          <ac:chgData name="Jillepalli, Ananth" userId="c67baff2-5b80-4b31-8765-653e91404522" providerId="ADAL" clId="{57776F82-62D0-4C7B-849E-24517F3C801E}" dt="2026-04-02T16:10:04.965" v="13646" actId="20577"/>
          <ac:spMkLst>
            <pc:docMk/>
            <pc:sldMk cId="4158375494" sldId="478"/>
            <ac:spMk id="11266" creationId="{9DA8867B-D8CB-45E1-94E9-48527849EB46}"/>
          </ac:spMkLst>
        </pc:spChg>
        <pc:spChg chg="mod">
          <ac:chgData name="Jillepalli, Ananth" userId="c67baff2-5b80-4b31-8765-653e91404522" providerId="ADAL" clId="{57776F82-62D0-4C7B-849E-24517F3C801E}" dt="2026-04-02T16:13:23.057" v="13708" actId="114"/>
          <ac:spMkLst>
            <pc:docMk/>
            <pc:sldMk cId="4158375494" sldId="478"/>
            <ac:spMk id="11267" creationId="{82BA24DC-632C-5DA4-1485-5A7E07C3448E}"/>
          </ac:spMkLst>
        </pc:spChg>
      </pc:sldChg>
      <pc:sldChg chg="modSp add mod ord">
        <pc:chgData name="Jillepalli, Ananth" userId="c67baff2-5b80-4b31-8765-653e91404522" providerId="ADAL" clId="{57776F82-62D0-4C7B-849E-24517F3C801E}" dt="2026-04-02T16:13:03.399" v="13706" actId="2711"/>
        <pc:sldMkLst>
          <pc:docMk/>
          <pc:sldMk cId="3414478171" sldId="479"/>
        </pc:sldMkLst>
        <pc:spChg chg="mod">
          <ac:chgData name="Jillepalli, Ananth" userId="c67baff2-5b80-4b31-8765-653e91404522" providerId="ADAL" clId="{57776F82-62D0-4C7B-849E-24517F3C801E}" dt="2026-04-02T16:10:15.032" v="13654" actId="20577"/>
          <ac:spMkLst>
            <pc:docMk/>
            <pc:sldMk cId="3414478171" sldId="479"/>
            <ac:spMk id="11266" creationId="{77BADF81-0FE2-771E-57A5-4C7994FF582C}"/>
          </ac:spMkLst>
        </pc:spChg>
        <pc:spChg chg="mod">
          <ac:chgData name="Jillepalli, Ananth" userId="c67baff2-5b80-4b31-8765-653e91404522" providerId="ADAL" clId="{57776F82-62D0-4C7B-849E-24517F3C801E}" dt="2026-04-02T16:13:03.399" v="13706" actId="2711"/>
          <ac:spMkLst>
            <pc:docMk/>
            <pc:sldMk cId="3414478171" sldId="479"/>
            <ac:spMk id="11267" creationId="{069D5BD8-4837-F255-FD37-42078E74CB4F}"/>
          </ac:spMkLst>
        </pc:spChg>
      </pc:sldChg>
      <pc:sldChg chg="modSp add mod ord">
        <pc:chgData name="Jillepalli, Ananth" userId="c67baff2-5b80-4b31-8765-653e91404522" providerId="ADAL" clId="{57776F82-62D0-4C7B-849E-24517F3C801E}" dt="2026-04-02T16:26:31.144" v="14846" actId="20577"/>
        <pc:sldMkLst>
          <pc:docMk/>
          <pc:sldMk cId="2487996126" sldId="480"/>
        </pc:sldMkLst>
        <pc:spChg chg="mod">
          <ac:chgData name="Jillepalli, Ananth" userId="c67baff2-5b80-4b31-8765-653e91404522" providerId="ADAL" clId="{57776F82-62D0-4C7B-849E-24517F3C801E}" dt="2026-04-02T16:26:31.144" v="14846" actId="20577"/>
          <ac:spMkLst>
            <pc:docMk/>
            <pc:sldMk cId="2487996126" sldId="480"/>
            <ac:spMk id="11267" creationId="{B8814584-E715-9C28-BB02-3685672AB849}"/>
          </ac:spMkLst>
        </pc:spChg>
      </pc:sldChg>
      <pc:sldChg chg="modSp add mod ord">
        <pc:chgData name="Jillepalli, Ananth" userId="c67baff2-5b80-4b31-8765-653e91404522" providerId="ADAL" clId="{57776F82-62D0-4C7B-849E-24517F3C801E}" dt="2026-04-02T16:30:59.383" v="15312" actId="20577"/>
        <pc:sldMkLst>
          <pc:docMk/>
          <pc:sldMk cId="1331920437" sldId="481"/>
        </pc:sldMkLst>
        <pc:spChg chg="mod">
          <ac:chgData name="Jillepalli, Ananth" userId="c67baff2-5b80-4b31-8765-653e91404522" providerId="ADAL" clId="{57776F82-62D0-4C7B-849E-24517F3C801E}" dt="2026-04-02T16:27:01.113" v="14882" actId="20577"/>
          <ac:spMkLst>
            <pc:docMk/>
            <pc:sldMk cId="1331920437" sldId="481"/>
            <ac:spMk id="11266" creationId="{AFB463FB-8B70-A642-73EC-9A9C90CDD10C}"/>
          </ac:spMkLst>
        </pc:spChg>
        <pc:spChg chg="mod">
          <ac:chgData name="Jillepalli, Ananth" userId="c67baff2-5b80-4b31-8765-653e91404522" providerId="ADAL" clId="{57776F82-62D0-4C7B-849E-24517F3C801E}" dt="2026-04-02T16:30:59.383" v="15312" actId="20577"/>
          <ac:spMkLst>
            <pc:docMk/>
            <pc:sldMk cId="1331920437" sldId="481"/>
            <ac:spMk id="11267" creationId="{EC6F02EC-8342-8830-C3AC-8EFB3BE09580}"/>
          </ac:spMkLst>
        </pc:spChg>
      </pc:sldChg>
      <pc:sldChg chg="modSp add mod">
        <pc:chgData name="Jillepalli, Ananth" userId="c67baff2-5b80-4b31-8765-653e91404522" providerId="ADAL" clId="{57776F82-62D0-4C7B-849E-24517F3C801E}" dt="2026-04-02T16:38:01.747" v="16027"/>
        <pc:sldMkLst>
          <pc:docMk/>
          <pc:sldMk cId="1373909246" sldId="482"/>
        </pc:sldMkLst>
        <pc:spChg chg="mod">
          <ac:chgData name="Jillepalli, Ananth" userId="c67baff2-5b80-4b31-8765-653e91404522" providerId="ADAL" clId="{57776F82-62D0-4C7B-849E-24517F3C801E}" dt="2026-04-02T16:38:01.747" v="16027"/>
          <ac:spMkLst>
            <pc:docMk/>
            <pc:sldMk cId="1373909246" sldId="482"/>
            <ac:spMk id="11267" creationId="{C2962213-6C2B-FC0E-211E-70FBDC297B08}"/>
          </ac:spMkLst>
        </pc:spChg>
      </pc:sldChg>
      <pc:sldChg chg="modSp add mod">
        <pc:chgData name="Jillepalli, Ananth" userId="c67baff2-5b80-4b31-8765-653e91404522" providerId="ADAL" clId="{57776F82-62D0-4C7B-849E-24517F3C801E}" dt="2026-04-02T16:42:58.641" v="16656" actId="20577"/>
        <pc:sldMkLst>
          <pc:docMk/>
          <pc:sldMk cId="4144150402" sldId="483"/>
        </pc:sldMkLst>
        <pc:spChg chg="mod">
          <ac:chgData name="Jillepalli, Ananth" userId="c67baff2-5b80-4b31-8765-653e91404522" providerId="ADAL" clId="{57776F82-62D0-4C7B-849E-24517F3C801E}" dt="2026-04-02T16:41:10.497" v="16476" actId="20577"/>
          <ac:spMkLst>
            <pc:docMk/>
            <pc:sldMk cId="4144150402" sldId="483"/>
            <ac:spMk id="11266" creationId="{F0A40C81-CF56-918A-5B83-743FE0531694}"/>
          </ac:spMkLst>
        </pc:spChg>
        <pc:spChg chg="mod">
          <ac:chgData name="Jillepalli, Ananth" userId="c67baff2-5b80-4b31-8765-653e91404522" providerId="ADAL" clId="{57776F82-62D0-4C7B-849E-24517F3C801E}" dt="2026-04-02T16:42:58.641" v="16656" actId="20577"/>
          <ac:spMkLst>
            <pc:docMk/>
            <pc:sldMk cId="4144150402" sldId="483"/>
            <ac:spMk id="11267" creationId="{65DD1B40-B599-C6C6-ABFF-78B565E6E8D3}"/>
          </ac:spMkLst>
        </pc:spChg>
      </pc:sldChg>
      <pc:sldChg chg="modSp add mod">
        <pc:chgData name="Jillepalli, Ananth" userId="c67baff2-5b80-4b31-8765-653e91404522" providerId="ADAL" clId="{57776F82-62D0-4C7B-849E-24517F3C801E}" dt="2026-04-02T16:48:03.354" v="17153" actId="20577"/>
        <pc:sldMkLst>
          <pc:docMk/>
          <pc:sldMk cId="3896300851" sldId="484"/>
        </pc:sldMkLst>
        <pc:spChg chg="mod">
          <ac:chgData name="Jillepalli, Ananth" userId="c67baff2-5b80-4b31-8765-653e91404522" providerId="ADAL" clId="{57776F82-62D0-4C7B-849E-24517F3C801E}" dt="2026-04-02T16:48:03.354" v="17153" actId="20577"/>
          <ac:spMkLst>
            <pc:docMk/>
            <pc:sldMk cId="3896300851" sldId="484"/>
            <ac:spMk id="11266" creationId="{3F586046-ECE6-EEAB-F164-030D4D18005C}"/>
          </ac:spMkLst>
        </pc:spChg>
        <pc:spChg chg="mod">
          <ac:chgData name="Jillepalli, Ananth" userId="c67baff2-5b80-4b31-8765-653e91404522" providerId="ADAL" clId="{57776F82-62D0-4C7B-849E-24517F3C801E}" dt="2026-04-02T16:47:18.201" v="17129" actId="20577"/>
          <ac:spMkLst>
            <pc:docMk/>
            <pc:sldMk cId="3896300851" sldId="484"/>
            <ac:spMk id="11267" creationId="{A562E529-6A6E-8A3C-2B2E-2EAA56CB10DE}"/>
          </ac:spMkLst>
        </pc:spChg>
      </pc:sldChg>
      <pc:sldChg chg="modSp add mod">
        <pc:chgData name="Jillepalli, Ananth" userId="c67baff2-5b80-4b31-8765-653e91404522" providerId="ADAL" clId="{57776F82-62D0-4C7B-849E-24517F3C801E}" dt="2026-04-02T16:53:19.762" v="17788" actId="20577"/>
        <pc:sldMkLst>
          <pc:docMk/>
          <pc:sldMk cId="3899072339" sldId="485"/>
        </pc:sldMkLst>
        <pc:spChg chg="mod">
          <ac:chgData name="Jillepalli, Ananth" userId="c67baff2-5b80-4b31-8765-653e91404522" providerId="ADAL" clId="{57776F82-62D0-4C7B-849E-24517F3C801E}" dt="2026-04-02T16:53:19.762" v="17788" actId="20577"/>
          <ac:spMkLst>
            <pc:docMk/>
            <pc:sldMk cId="3899072339" sldId="485"/>
            <ac:spMk id="11267" creationId="{8E045FF3-F0AE-21EB-1FCF-2EBF681A856C}"/>
          </ac:spMkLst>
        </pc:spChg>
      </pc:sldChg>
      <pc:sldChg chg="modSp add mod">
        <pc:chgData name="Jillepalli, Ananth" userId="c67baff2-5b80-4b31-8765-653e91404522" providerId="ADAL" clId="{57776F82-62D0-4C7B-849E-24517F3C801E}" dt="2026-04-02T16:54:24.922" v="17925" actId="20577"/>
        <pc:sldMkLst>
          <pc:docMk/>
          <pc:sldMk cId="3812954619" sldId="486"/>
        </pc:sldMkLst>
        <pc:spChg chg="mod">
          <ac:chgData name="Jillepalli, Ananth" userId="c67baff2-5b80-4b31-8765-653e91404522" providerId="ADAL" clId="{57776F82-62D0-4C7B-849E-24517F3C801E}" dt="2026-04-02T16:54:24.922" v="17925" actId="20577"/>
          <ac:spMkLst>
            <pc:docMk/>
            <pc:sldMk cId="3812954619" sldId="486"/>
            <ac:spMk id="11267" creationId="{CABB373F-B892-F8E9-9279-E614532ACDF7}"/>
          </ac:spMkLst>
        </pc:spChg>
      </pc:sldChg>
      <pc:sldChg chg="modSp add mod ord">
        <pc:chgData name="Jillepalli, Ananth" userId="c67baff2-5b80-4b31-8765-653e91404522" providerId="ADAL" clId="{57776F82-62D0-4C7B-849E-24517F3C801E}" dt="2026-04-02T16:57:41.381" v="18299" actId="20577"/>
        <pc:sldMkLst>
          <pc:docMk/>
          <pc:sldMk cId="2293828048" sldId="487"/>
        </pc:sldMkLst>
        <pc:spChg chg="mod">
          <ac:chgData name="Jillepalli, Ananth" userId="c67baff2-5b80-4b31-8765-653e91404522" providerId="ADAL" clId="{57776F82-62D0-4C7B-849E-24517F3C801E}" dt="2026-04-02T16:56:37.739" v="18176" actId="20577"/>
          <ac:spMkLst>
            <pc:docMk/>
            <pc:sldMk cId="2293828048" sldId="487"/>
            <ac:spMk id="11266" creationId="{28DD72F8-5D10-80BB-04B0-9F6F7F833132}"/>
          </ac:spMkLst>
        </pc:spChg>
        <pc:spChg chg="mod">
          <ac:chgData name="Jillepalli, Ananth" userId="c67baff2-5b80-4b31-8765-653e91404522" providerId="ADAL" clId="{57776F82-62D0-4C7B-849E-24517F3C801E}" dt="2026-04-02T16:57:41.381" v="18299" actId="20577"/>
          <ac:spMkLst>
            <pc:docMk/>
            <pc:sldMk cId="2293828048" sldId="487"/>
            <ac:spMk id="11267" creationId="{6BC81C84-124D-E246-DE04-409AA71FFECF}"/>
          </ac:spMkLst>
        </pc:spChg>
      </pc:sldChg>
      <pc:sldChg chg="addSp delSp modSp add mod">
        <pc:chgData name="Jillepalli, Ananth" userId="c67baff2-5b80-4b31-8765-653e91404522" providerId="ADAL" clId="{57776F82-62D0-4C7B-849E-24517F3C801E}" dt="2026-04-02T17:04:59.181" v="18711" actId="20577"/>
        <pc:sldMkLst>
          <pc:docMk/>
          <pc:sldMk cId="3647608585" sldId="488"/>
        </pc:sldMkLst>
        <pc:spChg chg="add mod">
          <ac:chgData name="Jillepalli, Ananth" userId="c67baff2-5b80-4b31-8765-653e91404522" providerId="ADAL" clId="{57776F82-62D0-4C7B-849E-24517F3C801E}" dt="2026-04-02T17:03:21.147" v="18663" actId="14100"/>
          <ac:spMkLst>
            <pc:docMk/>
            <pc:sldMk cId="3647608585" sldId="488"/>
            <ac:spMk id="5" creationId="{BD5052DF-0D11-C940-C0E6-BB2B935B9781}"/>
          </ac:spMkLst>
        </pc:spChg>
        <pc:spChg chg="add mod">
          <ac:chgData name="Jillepalli, Ananth" userId="c67baff2-5b80-4b31-8765-653e91404522" providerId="ADAL" clId="{57776F82-62D0-4C7B-849E-24517F3C801E}" dt="2026-04-02T17:04:59.181" v="18711" actId="20577"/>
          <ac:spMkLst>
            <pc:docMk/>
            <pc:sldMk cId="3647608585" sldId="488"/>
            <ac:spMk id="7" creationId="{AD9BB43E-3685-1F95-F5FD-9A3554962F3B}"/>
          </ac:spMkLst>
        </pc:spChg>
        <pc:spChg chg="mod">
          <ac:chgData name="Jillepalli, Ananth" userId="c67baff2-5b80-4b31-8765-653e91404522" providerId="ADAL" clId="{57776F82-62D0-4C7B-849E-24517F3C801E}" dt="2026-04-02T16:58:17.783" v="18330" actId="20577"/>
          <ac:spMkLst>
            <pc:docMk/>
            <pc:sldMk cId="3647608585" sldId="488"/>
            <ac:spMk id="11266" creationId="{C70CE151-24C4-456F-976E-12CD7849C6FF}"/>
          </ac:spMkLst>
        </pc:spChg>
        <pc:spChg chg="mod">
          <ac:chgData name="Jillepalli, Ananth" userId="c67baff2-5b80-4b31-8765-653e91404522" providerId="ADAL" clId="{57776F82-62D0-4C7B-849E-24517F3C801E}" dt="2026-04-02T17:02:03.338" v="18642" actId="20577"/>
          <ac:spMkLst>
            <pc:docMk/>
            <pc:sldMk cId="3647608585" sldId="488"/>
            <ac:spMk id="11267" creationId="{2B580A28-0F16-777A-69E3-158D71B07440}"/>
          </ac:spMkLst>
        </pc:spChg>
      </pc:sldChg>
      <pc:sldChg chg="modSp add mod ord">
        <pc:chgData name="Jillepalli, Ananth" userId="c67baff2-5b80-4b31-8765-653e91404522" providerId="ADAL" clId="{57776F82-62D0-4C7B-849E-24517F3C801E}" dt="2026-04-02T17:11:07.428" v="19256" actId="20577"/>
        <pc:sldMkLst>
          <pc:docMk/>
          <pc:sldMk cId="4013478171" sldId="489"/>
        </pc:sldMkLst>
        <pc:spChg chg="mod">
          <ac:chgData name="Jillepalli, Ananth" userId="c67baff2-5b80-4b31-8765-653e91404522" providerId="ADAL" clId="{57776F82-62D0-4C7B-849E-24517F3C801E}" dt="2026-04-02T17:05:47.980" v="18745" actId="20577"/>
          <ac:spMkLst>
            <pc:docMk/>
            <pc:sldMk cId="4013478171" sldId="489"/>
            <ac:spMk id="11266" creationId="{5D39B509-A12A-3B1C-BB1F-D66E4201683F}"/>
          </ac:spMkLst>
        </pc:spChg>
        <pc:spChg chg="mod">
          <ac:chgData name="Jillepalli, Ananth" userId="c67baff2-5b80-4b31-8765-653e91404522" providerId="ADAL" clId="{57776F82-62D0-4C7B-849E-24517F3C801E}" dt="2026-04-02T17:11:07.428" v="19256" actId="20577"/>
          <ac:spMkLst>
            <pc:docMk/>
            <pc:sldMk cId="4013478171" sldId="489"/>
            <ac:spMk id="11267" creationId="{E983C4BF-4A05-550C-E93A-F865AB2B830F}"/>
          </ac:spMkLst>
        </pc:spChg>
      </pc:sldChg>
      <pc:sldChg chg="addSp delSp modSp add mod">
        <pc:chgData name="Jillepalli, Ananth" userId="c67baff2-5b80-4b31-8765-653e91404522" providerId="ADAL" clId="{57776F82-62D0-4C7B-849E-24517F3C801E}" dt="2026-04-02T17:12:23.159" v="19292" actId="14100"/>
        <pc:sldMkLst>
          <pc:docMk/>
          <pc:sldMk cId="2296221188" sldId="490"/>
        </pc:sldMkLst>
        <pc:spChg chg="add mod">
          <ac:chgData name="Jillepalli, Ananth" userId="c67baff2-5b80-4b31-8765-653e91404522" providerId="ADAL" clId="{57776F82-62D0-4C7B-849E-24517F3C801E}" dt="2026-04-02T17:10:49.339" v="19220" actId="1076"/>
          <ac:spMkLst>
            <pc:docMk/>
            <pc:sldMk cId="2296221188" sldId="490"/>
            <ac:spMk id="5" creationId="{27570B82-31C9-E9E9-6C81-A33EF5540000}"/>
          </ac:spMkLst>
        </pc:spChg>
        <pc:spChg chg="add mod">
          <ac:chgData name="Jillepalli, Ananth" userId="c67baff2-5b80-4b31-8765-653e91404522" providerId="ADAL" clId="{57776F82-62D0-4C7B-849E-24517F3C801E}" dt="2026-04-02T17:12:23.159" v="19292" actId="14100"/>
          <ac:spMkLst>
            <pc:docMk/>
            <pc:sldMk cId="2296221188" sldId="490"/>
            <ac:spMk id="7" creationId="{134A7DCD-40E7-D175-B255-0AD99DD3C637}"/>
          </ac:spMkLst>
        </pc:spChg>
        <pc:spChg chg="mod">
          <ac:chgData name="Jillepalli, Ananth" userId="c67baff2-5b80-4b31-8765-653e91404522" providerId="ADAL" clId="{57776F82-62D0-4C7B-849E-24517F3C801E}" dt="2026-04-02T17:09:17.217" v="19202" actId="14100"/>
          <ac:spMkLst>
            <pc:docMk/>
            <pc:sldMk cId="2296221188" sldId="490"/>
            <ac:spMk id="11267" creationId="{C800A25F-3204-175A-41BD-EC5EE9D6F062}"/>
          </ac:spMkLst>
        </pc:spChg>
      </pc:sldChg>
      <pc:sldChg chg="addSp modSp add mod ord">
        <pc:chgData name="Jillepalli, Ananth" userId="c67baff2-5b80-4b31-8765-653e91404522" providerId="ADAL" clId="{57776F82-62D0-4C7B-849E-24517F3C801E}" dt="2026-04-02T17:17:23.056" v="19776"/>
        <pc:sldMkLst>
          <pc:docMk/>
          <pc:sldMk cId="3960646228" sldId="491"/>
        </pc:sldMkLst>
        <pc:spChg chg="add mod">
          <ac:chgData name="Jillepalli, Ananth" userId="c67baff2-5b80-4b31-8765-653e91404522" providerId="ADAL" clId="{57776F82-62D0-4C7B-849E-24517F3C801E}" dt="2026-04-02T17:17:23.056" v="19776"/>
          <ac:spMkLst>
            <pc:docMk/>
            <pc:sldMk cId="3960646228" sldId="491"/>
            <ac:spMk id="3" creationId="{3FCEBEE9-F021-13E7-E572-A884602F6D89}"/>
          </ac:spMkLst>
        </pc:spChg>
        <pc:spChg chg="mod">
          <ac:chgData name="Jillepalli, Ananth" userId="c67baff2-5b80-4b31-8765-653e91404522" providerId="ADAL" clId="{57776F82-62D0-4C7B-849E-24517F3C801E}" dt="2026-04-02T17:12:42.425" v="19307" actId="20577"/>
          <ac:spMkLst>
            <pc:docMk/>
            <pc:sldMk cId="3960646228" sldId="491"/>
            <ac:spMk id="11266" creationId="{688A6D70-8259-04D7-607B-1E7E155D86E4}"/>
          </ac:spMkLst>
        </pc:spChg>
        <pc:spChg chg="mod">
          <ac:chgData name="Jillepalli, Ananth" userId="c67baff2-5b80-4b31-8765-653e91404522" providerId="ADAL" clId="{57776F82-62D0-4C7B-849E-24517F3C801E}" dt="2026-04-02T17:16:23.632" v="19745" actId="20577"/>
          <ac:spMkLst>
            <pc:docMk/>
            <pc:sldMk cId="3960646228" sldId="491"/>
            <ac:spMk id="11267" creationId="{5F6BC50B-6845-22EB-8F3C-FC142FAFB985}"/>
          </ac:spMkLst>
        </pc:spChg>
      </pc:sldChg>
      <pc:sldChg chg="addSp delSp modSp add mod">
        <pc:chgData name="Jillepalli, Ananth" userId="c67baff2-5b80-4b31-8765-653e91404522" providerId="ADAL" clId="{57776F82-62D0-4C7B-849E-24517F3C801E}" dt="2026-04-02T17:21:00.856" v="20090" actId="20577"/>
        <pc:sldMkLst>
          <pc:docMk/>
          <pc:sldMk cId="591442779" sldId="492"/>
        </pc:sldMkLst>
        <pc:spChg chg="mod">
          <ac:chgData name="Jillepalli, Ananth" userId="c67baff2-5b80-4b31-8765-653e91404522" providerId="ADAL" clId="{57776F82-62D0-4C7B-849E-24517F3C801E}" dt="2026-04-02T17:16:38.962" v="19768" actId="20577"/>
          <ac:spMkLst>
            <pc:docMk/>
            <pc:sldMk cId="591442779" sldId="492"/>
            <ac:spMk id="11266" creationId="{9DE13D42-A26B-0938-CB55-A16775D90EFA}"/>
          </ac:spMkLst>
        </pc:spChg>
        <pc:spChg chg="mod">
          <ac:chgData name="Jillepalli, Ananth" userId="c67baff2-5b80-4b31-8765-653e91404522" providerId="ADAL" clId="{57776F82-62D0-4C7B-849E-24517F3C801E}" dt="2026-04-02T17:21:00.856" v="20090" actId="20577"/>
          <ac:spMkLst>
            <pc:docMk/>
            <pc:sldMk cId="591442779" sldId="492"/>
            <ac:spMk id="11267" creationId="{FFE720E5-7CC5-8041-C15C-68CF50D48CFB}"/>
          </ac:spMkLst>
        </pc:spChg>
      </pc:sldChg>
      <pc:sldChg chg="modSp add mod">
        <pc:chgData name="Jillepalli, Ananth" userId="c67baff2-5b80-4b31-8765-653e91404522" providerId="ADAL" clId="{57776F82-62D0-4C7B-849E-24517F3C801E}" dt="2026-04-02T17:24:36.195" v="20511" actId="20577"/>
        <pc:sldMkLst>
          <pc:docMk/>
          <pc:sldMk cId="2032532318" sldId="493"/>
        </pc:sldMkLst>
        <pc:spChg chg="mod">
          <ac:chgData name="Jillepalli, Ananth" userId="c67baff2-5b80-4b31-8765-653e91404522" providerId="ADAL" clId="{57776F82-62D0-4C7B-849E-24517F3C801E}" dt="2026-04-02T17:23:31.780" v="20366" actId="20577"/>
          <ac:spMkLst>
            <pc:docMk/>
            <pc:sldMk cId="2032532318" sldId="493"/>
            <ac:spMk id="11266" creationId="{07692152-A01E-AB9C-FEDA-F7B3DBBDA855}"/>
          </ac:spMkLst>
        </pc:spChg>
        <pc:spChg chg="mod">
          <ac:chgData name="Jillepalli, Ananth" userId="c67baff2-5b80-4b31-8765-653e91404522" providerId="ADAL" clId="{57776F82-62D0-4C7B-849E-24517F3C801E}" dt="2026-04-02T17:24:36.195" v="20511" actId="20577"/>
          <ac:spMkLst>
            <pc:docMk/>
            <pc:sldMk cId="2032532318" sldId="493"/>
            <ac:spMk id="11267" creationId="{0A1739DD-A4B3-2997-C17C-DB0CBEE69673}"/>
          </ac:spMkLst>
        </pc:spChg>
      </pc:sldChg>
      <pc:sldChg chg="addSp modSp add mod">
        <pc:chgData name="Jillepalli, Ananth" userId="c67baff2-5b80-4b31-8765-653e91404522" providerId="ADAL" clId="{57776F82-62D0-4C7B-849E-24517F3C801E}" dt="2026-04-07T16:19:46.204" v="20709" actId="20577"/>
        <pc:sldMkLst>
          <pc:docMk/>
          <pc:sldMk cId="2528530262" sldId="494"/>
        </pc:sldMkLst>
        <pc:spChg chg="add">
          <ac:chgData name="Jillepalli, Ananth" userId="c67baff2-5b80-4b31-8765-653e91404522" providerId="ADAL" clId="{57776F82-62D0-4C7B-849E-24517F3C801E}" dt="2026-04-07T16:06:53.970" v="20519"/>
          <ac:spMkLst>
            <pc:docMk/>
            <pc:sldMk cId="2528530262" sldId="494"/>
            <ac:spMk id="2" creationId="{1501F234-3C0E-E57D-F6B6-E1CCD2525F2A}"/>
          </ac:spMkLst>
        </pc:spChg>
        <pc:spChg chg="mod">
          <ac:chgData name="Jillepalli, Ananth" userId="c67baff2-5b80-4b31-8765-653e91404522" providerId="ADAL" clId="{57776F82-62D0-4C7B-849E-24517F3C801E}" dt="2026-04-07T16:06:26.339" v="20517" actId="20577"/>
          <ac:spMkLst>
            <pc:docMk/>
            <pc:sldMk cId="2528530262" sldId="494"/>
            <ac:spMk id="11266" creationId="{30EA1C33-F6B3-B1AC-7499-489CDF58DCFA}"/>
          </ac:spMkLst>
        </pc:spChg>
        <pc:spChg chg="mod">
          <ac:chgData name="Jillepalli, Ananth" userId="c67baff2-5b80-4b31-8765-653e91404522" providerId="ADAL" clId="{57776F82-62D0-4C7B-849E-24517F3C801E}" dt="2026-04-07T16:19:46.204" v="20709" actId="20577"/>
          <ac:spMkLst>
            <pc:docMk/>
            <pc:sldMk cId="2528530262" sldId="494"/>
            <ac:spMk id="11267" creationId="{E617855E-7493-4E74-3098-0421CC10835B}"/>
          </ac:spMkLst>
        </pc:spChg>
      </pc:sldChg>
      <pc:sldChg chg="addSp modSp add mod">
        <pc:chgData name="Jillepalli, Ananth" userId="c67baff2-5b80-4b31-8765-653e91404522" providerId="ADAL" clId="{57776F82-62D0-4C7B-849E-24517F3C801E}" dt="2026-04-07T16:15:36.023" v="20707" actId="20577"/>
        <pc:sldMkLst>
          <pc:docMk/>
          <pc:sldMk cId="3184058918" sldId="495"/>
        </pc:sldMkLst>
        <pc:spChg chg="add">
          <ac:chgData name="Jillepalli, Ananth" userId="c67baff2-5b80-4b31-8765-653e91404522" providerId="ADAL" clId="{57776F82-62D0-4C7B-849E-24517F3C801E}" dt="2026-04-07T16:12:49.920" v="20625"/>
          <ac:spMkLst>
            <pc:docMk/>
            <pc:sldMk cId="3184058918" sldId="495"/>
            <ac:spMk id="2" creationId="{ED7A9CBC-8ED1-6FEA-5A35-CE4B697B735A}"/>
          </ac:spMkLst>
        </pc:spChg>
        <pc:spChg chg="mod">
          <ac:chgData name="Jillepalli, Ananth" userId="c67baff2-5b80-4b31-8765-653e91404522" providerId="ADAL" clId="{57776F82-62D0-4C7B-849E-24517F3C801E}" dt="2026-04-07T16:15:36.023" v="20707" actId="20577"/>
          <ac:spMkLst>
            <pc:docMk/>
            <pc:sldMk cId="3184058918" sldId="495"/>
            <ac:spMk id="11267" creationId="{0A1E5FB7-AFCB-F8BA-AD6A-650807EC0853}"/>
          </ac:spMkLst>
        </pc:spChg>
      </pc:sldChg>
      <pc:sldChg chg="addSp delSp modSp add mod">
        <pc:chgData name="Jillepalli, Ananth" userId="c67baff2-5b80-4b31-8765-653e91404522" providerId="ADAL" clId="{57776F82-62D0-4C7B-849E-24517F3C801E}" dt="2026-04-07T16:26:05.643" v="20717" actId="1076"/>
        <pc:sldMkLst>
          <pc:docMk/>
          <pc:sldMk cId="3433553349" sldId="496"/>
        </pc:sldMkLst>
        <pc:spChg chg="del">
          <ac:chgData name="Jillepalli, Ananth" userId="c67baff2-5b80-4b31-8765-653e91404522" providerId="ADAL" clId="{57776F82-62D0-4C7B-849E-24517F3C801E}" dt="2026-04-07T16:24:42.242" v="20711" actId="478"/>
          <ac:spMkLst>
            <pc:docMk/>
            <pc:sldMk cId="3433553349" sldId="496"/>
            <ac:spMk id="11267" creationId="{8101DAAB-F665-0109-043F-4B6F3B417401}"/>
          </ac:spMkLst>
        </pc:spChg>
        <pc:picChg chg="add mod">
          <ac:chgData name="Jillepalli, Ananth" userId="c67baff2-5b80-4b31-8765-653e91404522" providerId="ADAL" clId="{57776F82-62D0-4C7B-849E-24517F3C801E}" dt="2026-04-07T16:25:19.539" v="20713" actId="1076"/>
          <ac:picMkLst>
            <pc:docMk/>
            <pc:sldMk cId="3433553349" sldId="496"/>
            <ac:picMk id="3" creationId="{E99C2665-CE71-6FD6-93F6-77031632C956}"/>
          </ac:picMkLst>
        </pc:picChg>
        <pc:picChg chg="add mod">
          <ac:chgData name="Jillepalli, Ananth" userId="c67baff2-5b80-4b31-8765-653e91404522" providerId="ADAL" clId="{57776F82-62D0-4C7B-849E-24517F3C801E}" dt="2026-04-07T16:25:42.395" v="20715" actId="1076"/>
          <ac:picMkLst>
            <pc:docMk/>
            <pc:sldMk cId="3433553349" sldId="496"/>
            <ac:picMk id="5" creationId="{7FA9A9B0-A84B-A91E-A72C-48C4771058E0}"/>
          </ac:picMkLst>
        </pc:picChg>
        <pc:picChg chg="add mod">
          <ac:chgData name="Jillepalli, Ananth" userId="c67baff2-5b80-4b31-8765-653e91404522" providerId="ADAL" clId="{57776F82-62D0-4C7B-849E-24517F3C801E}" dt="2026-04-07T16:26:05.643" v="20717" actId="1076"/>
          <ac:picMkLst>
            <pc:docMk/>
            <pc:sldMk cId="3433553349" sldId="496"/>
            <ac:picMk id="7" creationId="{49E9F679-3E5F-9346-812F-CF2026F0A0C2}"/>
          </ac:picMkLst>
        </pc:picChg>
      </pc:sldChg>
      <pc:sldChg chg="addSp delSp modSp add mod ord">
        <pc:chgData name="Jillepalli, Ananth" userId="c67baff2-5b80-4b31-8765-653e91404522" providerId="ADAL" clId="{57776F82-62D0-4C7B-849E-24517F3C801E}" dt="2026-04-07T16:55:42.788" v="21511" actId="20577"/>
        <pc:sldMkLst>
          <pc:docMk/>
          <pc:sldMk cId="2271155668" sldId="497"/>
        </pc:sldMkLst>
        <pc:spChg chg="mod">
          <ac:chgData name="Jillepalli, Ananth" userId="c67baff2-5b80-4b31-8765-653e91404522" providerId="ADAL" clId="{57776F82-62D0-4C7B-849E-24517F3C801E}" dt="2026-04-07T16:26:46.595" v="20755" actId="20577"/>
          <ac:spMkLst>
            <pc:docMk/>
            <pc:sldMk cId="2271155668" sldId="497"/>
            <ac:spMk id="11266" creationId="{145283BA-A307-21D7-011E-B3F0B581F43F}"/>
          </ac:spMkLst>
        </pc:spChg>
        <pc:spChg chg="mod">
          <ac:chgData name="Jillepalli, Ananth" userId="c67baff2-5b80-4b31-8765-653e91404522" providerId="ADAL" clId="{57776F82-62D0-4C7B-849E-24517F3C801E}" dt="2026-04-07T16:55:42.788" v="21511" actId="20577"/>
          <ac:spMkLst>
            <pc:docMk/>
            <pc:sldMk cId="2271155668" sldId="497"/>
            <ac:spMk id="11267" creationId="{3A890699-9B1B-3CBF-9594-03D6E9FC27B2}"/>
          </ac:spMkLst>
        </pc:spChg>
        <pc:picChg chg="add del mod">
          <ac:chgData name="Jillepalli, Ananth" userId="c67baff2-5b80-4b31-8765-653e91404522" providerId="ADAL" clId="{57776F82-62D0-4C7B-849E-24517F3C801E}" dt="2026-04-07T16:31:36.811" v="21142" actId="931"/>
          <ac:picMkLst>
            <pc:docMk/>
            <pc:sldMk cId="2271155668" sldId="497"/>
            <ac:picMk id="3" creationId="{0F437EB8-5173-D0B9-136C-8C2CCD10D46E}"/>
          </ac:picMkLst>
        </pc:picChg>
      </pc:sldChg>
      <pc:sldChg chg="addSp delSp modSp add mod ord">
        <pc:chgData name="Jillepalli, Ananth" userId="c67baff2-5b80-4b31-8765-653e91404522" providerId="ADAL" clId="{57776F82-62D0-4C7B-849E-24517F3C801E}" dt="2026-04-07T16:31:55.634" v="21151" actId="1076"/>
        <pc:sldMkLst>
          <pc:docMk/>
          <pc:sldMk cId="1790629351" sldId="498"/>
        </pc:sldMkLst>
        <pc:picChg chg="del">
          <ac:chgData name="Jillepalli, Ananth" userId="c67baff2-5b80-4b31-8765-653e91404522" providerId="ADAL" clId="{57776F82-62D0-4C7B-849E-24517F3C801E}" dt="2026-04-07T16:31:48.577" v="21146" actId="478"/>
          <ac:picMkLst>
            <pc:docMk/>
            <pc:sldMk cId="1790629351" sldId="498"/>
            <ac:picMk id="3" creationId="{87784FD5-9992-FF35-1B40-EFE8702793E2}"/>
          </ac:picMkLst>
        </pc:picChg>
        <pc:picChg chg="add mod">
          <ac:chgData name="Jillepalli, Ananth" userId="c67baff2-5b80-4b31-8765-653e91404522" providerId="ADAL" clId="{57776F82-62D0-4C7B-849E-24517F3C801E}" dt="2026-04-07T16:31:55.634" v="21151" actId="1076"/>
          <ac:picMkLst>
            <pc:docMk/>
            <pc:sldMk cId="1790629351" sldId="498"/>
            <ac:picMk id="4" creationId="{7F3321DD-F38F-BD3D-2B85-6CADACCC02C5}"/>
          </ac:picMkLst>
        </pc:picChg>
        <pc:picChg chg="del">
          <ac:chgData name="Jillepalli, Ananth" userId="c67baff2-5b80-4b31-8765-653e91404522" providerId="ADAL" clId="{57776F82-62D0-4C7B-849E-24517F3C801E}" dt="2026-04-07T16:31:49.082" v="21147" actId="478"/>
          <ac:picMkLst>
            <pc:docMk/>
            <pc:sldMk cId="1790629351" sldId="498"/>
            <ac:picMk id="5" creationId="{CAD228C8-15D2-C496-4985-F1CBFC6C009A}"/>
          </ac:picMkLst>
        </pc:picChg>
        <pc:picChg chg="del">
          <ac:chgData name="Jillepalli, Ananth" userId="c67baff2-5b80-4b31-8765-653e91404522" providerId="ADAL" clId="{57776F82-62D0-4C7B-849E-24517F3C801E}" dt="2026-04-07T16:31:49.530" v="21148" actId="478"/>
          <ac:picMkLst>
            <pc:docMk/>
            <pc:sldMk cId="1790629351" sldId="498"/>
            <ac:picMk id="7" creationId="{06540C49-A862-2254-CEEF-A32C630A1327}"/>
          </ac:picMkLst>
        </pc:picChg>
      </pc:sldChg>
      <pc:sldChg chg="addSp delSp modSp add mod">
        <pc:chgData name="Jillepalli, Ananth" userId="c67baff2-5b80-4b31-8765-653e91404522" providerId="ADAL" clId="{57776F82-62D0-4C7B-849E-24517F3C801E}" dt="2026-04-07T16:32:06.914" v="21156" actId="1076"/>
        <pc:sldMkLst>
          <pc:docMk/>
          <pc:sldMk cId="4290061906" sldId="499"/>
        </pc:sldMkLst>
        <pc:picChg chg="add mod">
          <ac:chgData name="Jillepalli, Ananth" userId="c67baff2-5b80-4b31-8765-653e91404522" providerId="ADAL" clId="{57776F82-62D0-4C7B-849E-24517F3C801E}" dt="2026-04-07T16:32:06.914" v="21156" actId="1076"/>
          <ac:picMkLst>
            <pc:docMk/>
            <pc:sldMk cId="4290061906" sldId="499"/>
            <ac:picMk id="3" creationId="{99CCE974-5078-4F55-D7FD-BDD9924ED1C0}"/>
          </ac:picMkLst>
        </pc:picChg>
        <pc:picChg chg="del">
          <ac:chgData name="Jillepalli, Ananth" userId="c67baff2-5b80-4b31-8765-653e91404522" providerId="ADAL" clId="{57776F82-62D0-4C7B-849E-24517F3C801E}" dt="2026-04-07T16:32:02.779" v="21153" actId="478"/>
          <ac:picMkLst>
            <pc:docMk/>
            <pc:sldMk cId="4290061906" sldId="499"/>
            <ac:picMk id="4" creationId="{42723039-E7ED-BF77-61CD-B80356D70202}"/>
          </ac:picMkLst>
        </pc:picChg>
      </pc:sldChg>
      <pc:sldChg chg="addSp delSp add mod">
        <pc:chgData name="Jillepalli, Ananth" userId="c67baff2-5b80-4b31-8765-653e91404522" providerId="ADAL" clId="{57776F82-62D0-4C7B-849E-24517F3C801E}" dt="2026-04-07T16:33:41.251" v="21159" actId="22"/>
        <pc:sldMkLst>
          <pc:docMk/>
          <pc:sldMk cId="3142939855" sldId="500"/>
        </pc:sldMkLst>
        <pc:picChg chg="del">
          <ac:chgData name="Jillepalli, Ananth" userId="c67baff2-5b80-4b31-8765-653e91404522" providerId="ADAL" clId="{57776F82-62D0-4C7B-849E-24517F3C801E}" dt="2026-04-07T16:33:40.276" v="21158" actId="478"/>
          <ac:picMkLst>
            <pc:docMk/>
            <pc:sldMk cId="3142939855" sldId="500"/>
            <ac:picMk id="3" creationId="{754CA0A8-93C5-44C8-EC02-E4053234FE3C}"/>
          </ac:picMkLst>
        </pc:picChg>
        <pc:picChg chg="add">
          <ac:chgData name="Jillepalli, Ananth" userId="c67baff2-5b80-4b31-8765-653e91404522" providerId="ADAL" clId="{57776F82-62D0-4C7B-849E-24517F3C801E}" dt="2026-04-07T16:33:41.251" v="21159" actId="22"/>
          <ac:picMkLst>
            <pc:docMk/>
            <pc:sldMk cId="3142939855" sldId="500"/>
            <ac:picMk id="4" creationId="{637E9E3D-6144-D5A3-019F-33E2F333AAF8}"/>
          </ac:picMkLst>
        </pc:picChg>
      </pc:sldChg>
      <pc:sldChg chg="addSp delSp modSp add mod ord">
        <pc:chgData name="Jillepalli, Ananth" userId="c67baff2-5b80-4b31-8765-653e91404522" providerId="ADAL" clId="{57776F82-62D0-4C7B-849E-24517F3C801E}" dt="2026-04-07T16:44:51.569" v="21487" actId="1076"/>
        <pc:sldMkLst>
          <pc:docMk/>
          <pc:sldMk cId="2213752264" sldId="501"/>
        </pc:sldMkLst>
        <pc:picChg chg="del">
          <ac:chgData name="Jillepalli, Ananth" userId="c67baff2-5b80-4b31-8765-653e91404522" providerId="ADAL" clId="{57776F82-62D0-4C7B-849E-24517F3C801E}" dt="2026-04-07T16:42:35.831" v="21478" actId="478"/>
          <ac:picMkLst>
            <pc:docMk/>
            <pc:sldMk cId="2213752264" sldId="501"/>
            <ac:picMk id="3" creationId="{EB3762B3-82F5-9428-51C5-2B9B44322E77}"/>
          </ac:picMkLst>
        </pc:picChg>
        <pc:picChg chg="add mod">
          <ac:chgData name="Jillepalli, Ananth" userId="c67baff2-5b80-4b31-8765-653e91404522" providerId="ADAL" clId="{57776F82-62D0-4C7B-849E-24517F3C801E}" dt="2026-04-07T16:42:39.526" v="21480" actId="1076"/>
          <ac:picMkLst>
            <pc:docMk/>
            <pc:sldMk cId="2213752264" sldId="501"/>
            <ac:picMk id="4" creationId="{EEFC19E8-A996-3EED-21E8-7C26130E135C}"/>
          </ac:picMkLst>
        </pc:picChg>
        <pc:picChg chg="del">
          <ac:chgData name="Jillepalli, Ananth" userId="c67baff2-5b80-4b31-8765-653e91404522" providerId="ADAL" clId="{57776F82-62D0-4C7B-849E-24517F3C801E}" dt="2026-04-07T16:43:06.351" v="21481" actId="478"/>
          <ac:picMkLst>
            <pc:docMk/>
            <pc:sldMk cId="2213752264" sldId="501"/>
            <ac:picMk id="5" creationId="{3C8DD31C-82FC-F444-4047-643286625024}"/>
          </ac:picMkLst>
        </pc:picChg>
        <pc:picChg chg="del">
          <ac:chgData name="Jillepalli, Ananth" userId="c67baff2-5b80-4b31-8765-653e91404522" providerId="ADAL" clId="{57776F82-62D0-4C7B-849E-24517F3C801E}" dt="2026-04-07T16:43:07.047" v="21482" actId="478"/>
          <ac:picMkLst>
            <pc:docMk/>
            <pc:sldMk cId="2213752264" sldId="501"/>
            <ac:picMk id="7" creationId="{EA310FF6-ADAE-9C13-C4B9-8B5C94A3FF32}"/>
          </ac:picMkLst>
        </pc:picChg>
        <pc:picChg chg="add mod">
          <ac:chgData name="Jillepalli, Ananth" userId="c67baff2-5b80-4b31-8765-653e91404522" providerId="ADAL" clId="{57776F82-62D0-4C7B-849E-24517F3C801E}" dt="2026-04-07T16:43:15.727" v="21485" actId="1076"/>
          <ac:picMkLst>
            <pc:docMk/>
            <pc:sldMk cId="2213752264" sldId="501"/>
            <ac:picMk id="8" creationId="{8EACC1F2-4B27-5AA2-6D1F-A29D4087C4F4}"/>
          </ac:picMkLst>
        </pc:picChg>
        <pc:picChg chg="add mod">
          <ac:chgData name="Jillepalli, Ananth" userId="c67baff2-5b80-4b31-8765-653e91404522" providerId="ADAL" clId="{57776F82-62D0-4C7B-849E-24517F3C801E}" dt="2026-04-07T16:44:51.569" v="21487" actId="1076"/>
          <ac:picMkLst>
            <pc:docMk/>
            <pc:sldMk cId="2213752264" sldId="501"/>
            <ac:picMk id="10" creationId="{8DF91099-33EF-616A-2CF2-494A4594B69D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2E55EB8C-4BA0-3093-4913-A42FECD98D5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886200" y="0"/>
            <a:ext cx="4376738" cy="34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92" tIns="46146" rIns="92292" bIns="46146" numCol="1" anchor="t" anchorCtr="0" compatLnSpc="1">
            <a:prstTxWarp prst="textNoShape">
              <a:avLst/>
            </a:prstTxWarp>
          </a:bodyPr>
          <a:lstStyle>
            <a:lvl1pPr defTabSz="92382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10929927-EA3C-493A-3C60-76BACC886D4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8277225" y="0"/>
            <a:ext cx="1017588" cy="34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92" tIns="46146" rIns="92292" bIns="46146" numCol="1" anchor="t" anchorCtr="0" compatLnSpc="1">
            <a:prstTxWarp prst="textNoShape">
              <a:avLst/>
            </a:prstTxWarp>
          </a:bodyPr>
          <a:lstStyle>
            <a:lvl1pPr algn="r" defTabSz="92382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24884E47-7DB6-4343-9F82-317D0C7F0650}" type="datetime1">
              <a:rPr lang="en-US"/>
              <a:pPr>
                <a:defRPr/>
              </a:pPr>
              <a:t>4/7/2026</a:t>
            </a:fld>
            <a:endParaRPr lang="en-US" dirty="0"/>
          </a:p>
        </p:txBody>
      </p:sp>
      <p:sp>
        <p:nvSpPr>
          <p:cNvPr id="55300" name="Rectangle 4">
            <a:extLst>
              <a:ext uri="{FF2B5EF4-FFF2-40B4-BE49-F238E27FC236}">
                <a16:creationId xmlns:a16="http://schemas.microsoft.com/office/drawing/2014/main" id="{847A8861-4518-35C5-65CC-BBC58DD3235D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657975"/>
            <a:ext cx="4027488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92" tIns="46146" rIns="92292" bIns="46146" numCol="1" anchor="b" anchorCtr="0" compatLnSpc="1">
            <a:prstTxWarp prst="textNoShape">
              <a:avLst/>
            </a:prstTxWarp>
          </a:bodyPr>
          <a:lstStyle>
            <a:lvl1pPr defTabSz="92382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Template-WSU Hrz 201.ppt</a:t>
            </a:r>
          </a:p>
        </p:txBody>
      </p:sp>
      <p:sp>
        <p:nvSpPr>
          <p:cNvPr id="55301" name="Rectangle 5">
            <a:extLst>
              <a:ext uri="{FF2B5EF4-FFF2-40B4-BE49-F238E27FC236}">
                <a16:creationId xmlns:a16="http://schemas.microsoft.com/office/drawing/2014/main" id="{EAE92078-F180-87FB-79E5-E603A876370F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65738" y="6657975"/>
            <a:ext cx="4029075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92" tIns="46146" rIns="92292" bIns="46146" numCol="1" anchor="b" anchorCtr="0" compatLnSpc="1">
            <a:prstTxWarp prst="textNoShape">
              <a:avLst/>
            </a:prstTxWarp>
          </a:bodyPr>
          <a:lstStyle>
            <a:lvl1pPr algn="r" defTabSz="922338" eaLnBrk="1" hangingPunct="1">
              <a:defRPr sz="1200"/>
            </a:lvl1pPr>
          </a:lstStyle>
          <a:p>
            <a:pPr>
              <a:defRPr/>
            </a:pPr>
            <a:fld id="{DE5A1CFF-2508-4AFD-ACA7-63F77EF600C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3DB627-B372-E698-9025-4A13FB04286F}"/>
              </a:ext>
            </a:extLst>
          </p:cNvPr>
          <p:cNvSpPr txBox="1"/>
          <p:nvPr/>
        </p:nvSpPr>
        <p:spPr>
          <a:xfrm>
            <a:off x="0" y="7938"/>
            <a:ext cx="3757613" cy="277812"/>
          </a:xfrm>
          <a:prstGeom prst="rect">
            <a:avLst/>
          </a:prstGeom>
          <a:noFill/>
        </p:spPr>
        <p:txBody>
          <a:bodyPr lIns="91650" tIns="45825" rIns="91650" bIns="45825">
            <a:spAutoFit/>
          </a:bodyPr>
          <a:lstStyle/>
          <a:p>
            <a:pPr eaLnBrk="1" hangingPunct="1">
              <a:defRPr/>
            </a:pPr>
            <a:r>
              <a:rPr lang="en-US" sz="1200" spc="3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WASHINGTON STATE UNIVERSITY</a:t>
            </a: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F23E916F-4BFC-2B9F-F000-85102358C4D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27488" cy="34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92" tIns="46146" rIns="92292" bIns="46146" numCol="1" anchor="t" anchorCtr="0" compatLnSpc="1">
            <a:prstTxWarp prst="textNoShape">
              <a:avLst/>
            </a:prstTxWarp>
          </a:bodyPr>
          <a:lstStyle>
            <a:lvl1pPr defTabSz="92382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BC92DD2C-59D2-218E-FC89-7A8D46485AA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5265738" y="0"/>
            <a:ext cx="4029075" cy="34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92" tIns="46146" rIns="92292" bIns="46146" numCol="1" anchor="t" anchorCtr="0" compatLnSpc="1">
            <a:prstTxWarp prst="textNoShape">
              <a:avLst/>
            </a:prstTxWarp>
          </a:bodyPr>
          <a:lstStyle>
            <a:lvl1pPr algn="r" defTabSz="92382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A36069E0-7E16-4FAA-AC8B-617813B7604C}" type="datetime1">
              <a:rPr lang="en-US"/>
              <a:pPr>
                <a:defRPr/>
              </a:pPr>
              <a:t>4/7/2026</a:t>
            </a:fld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6F1F62B4-57E7-83FB-D162-13FB338BC8C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314575" y="527050"/>
            <a:ext cx="4673600" cy="26289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>
            <a:extLst>
              <a:ext uri="{FF2B5EF4-FFF2-40B4-BE49-F238E27FC236}">
                <a16:creationId xmlns:a16="http://schemas.microsoft.com/office/drawing/2014/main" id="{5987317F-F75D-2AD8-4CB4-4F0BCF6EC2D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0275" y="3330575"/>
            <a:ext cx="7435850" cy="315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92" tIns="46146" rIns="92292" bIns="4614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294" name="Rectangle 6">
            <a:extLst>
              <a:ext uri="{FF2B5EF4-FFF2-40B4-BE49-F238E27FC236}">
                <a16:creationId xmlns:a16="http://schemas.microsoft.com/office/drawing/2014/main" id="{38935F0E-6C88-2053-5D01-76C3991EBFF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657975"/>
            <a:ext cx="4027488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92" tIns="46146" rIns="92292" bIns="46146" numCol="1" anchor="b" anchorCtr="0" compatLnSpc="1">
            <a:prstTxWarp prst="textNoShape">
              <a:avLst/>
            </a:prstTxWarp>
          </a:bodyPr>
          <a:lstStyle>
            <a:lvl1pPr defTabSz="92382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Template-WSU Hrz 201.ppt</a:t>
            </a:r>
          </a:p>
        </p:txBody>
      </p:sp>
      <p:sp>
        <p:nvSpPr>
          <p:cNvPr id="12295" name="Rectangle 7">
            <a:extLst>
              <a:ext uri="{FF2B5EF4-FFF2-40B4-BE49-F238E27FC236}">
                <a16:creationId xmlns:a16="http://schemas.microsoft.com/office/drawing/2014/main" id="{EF0CECB4-E4B6-E67D-7F59-8078D20B363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65738" y="6657975"/>
            <a:ext cx="4029075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92" tIns="46146" rIns="92292" bIns="46146" numCol="1" anchor="b" anchorCtr="0" compatLnSpc="1">
            <a:prstTxWarp prst="textNoShape">
              <a:avLst/>
            </a:prstTxWarp>
          </a:bodyPr>
          <a:lstStyle>
            <a:lvl1pPr algn="r" defTabSz="922338" eaLnBrk="1" hangingPunct="1">
              <a:defRPr sz="1200"/>
            </a:lvl1pPr>
          </a:lstStyle>
          <a:p>
            <a:pPr>
              <a:defRPr/>
            </a:pPr>
            <a:fld id="{D8DFC577-C5B5-4B14-8AED-9418932328E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>
            <a:extLst>
              <a:ext uri="{FF2B5EF4-FFF2-40B4-BE49-F238E27FC236}">
                <a16:creationId xmlns:a16="http://schemas.microsoft.com/office/drawing/2014/main" id="{9854339C-D865-7D46-2130-03ADA5C44C0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499C4EF-4B26-4AB9-A608-E422A9730845}" type="datetime1">
              <a:rPr lang="en-US" altLang="en-US" smtClean="0"/>
              <a:pPr>
                <a:spcBef>
                  <a:spcPct val="0"/>
                </a:spcBef>
              </a:pPr>
              <a:t>4/7/2026</a:t>
            </a:fld>
            <a:endParaRPr lang="en-US" altLang="en-US"/>
          </a:p>
        </p:txBody>
      </p:sp>
      <p:sp>
        <p:nvSpPr>
          <p:cNvPr id="6147" name="Rectangle 6">
            <a:extLst>
              <a:ext uri="{FF2B5EF4-FFF2-40B4-BE49-F238E27FC236}">
                <a16:creationId xmlns:a16="http://schemas.microsoft.com/office/drawing/2014/main" id="{2D21740E-FC18-2F78-7768-590698C96CA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6148" name="Rectangle 7">
            <a:extLst>
              <a:ext uri="{FF2B5EF4-FFF2-40B4-BE49-F238E27FC236}">
                <a16:creationId xmlns:a16="http://schemas.microsoft.com/office/drawing/2014/main" id="{2D57F57B-42BD-FCAF-5B88-56B5B293EA6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A5BAD32-3B45-43C8-91A0-72218080FAEC}" type="slidenum">
              <a:rPr lang="en-US" altLang="en-US" smtClean="0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  <p:sp>
        <p:nvSpPr>
          <p:cNvPr id="6149" name="Rectangle 2">
            <a:extLst>
              <a:ext uri="{FF2B5EF4-FFF2-40B4-BE49-F238E27FC236}">
                <a16:creationId xmlns:a16="http://schemas.microsoft.com/office/drawing/2014/main" id="{8983B864-8301-4AF2-8325-35AFC8FB72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50" name="Rectangle 3">
            <a:extLst>
              <a:ext uri="{FF2B5EF4-FFF2-40B4-BE49-F238E27FC236}">
                <a16:creationId xmlns:a16="http://schemas.microsoft.com/office/drawing/2014/main" id="{83F6E691-582D-74BA-7D95-D644427519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5B17F82B-C789-639B-E70D-A489D3AC56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E0294A56-256E-E6B6-6209-F588E8A7E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8196" name="Date Placeholder 3">
            <a:extLst>
              <a:ext uri="{FF2B5EF4-FFF2-40B4-BE49-F238E27FC236}">
                <a16:creationId xmlns:a16="http://schemas.microsoft.com/office/drawing/2014/main" id="{9F45FF9F-8C9C-7C62-DD08-602983EC537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5B97B4-7EC0-45CC-B7B4-E13C063B4C69}" type="datetime1">
              <a:rPr lang="en-US" altLang="en-US" smtClean="0"/>
              <a:pPr>
                <a:spcBef>
                  <a:spcPct val="0"/>
                </a:spcBef>
              </a:pPr>
              <a:t>4/7/2026</a:t>
            </a:fld>
            <a:endParaRPr lang="en-US" altLang="en-US"/>
          </a:p>
        </p:txBody>
      </p:sp>
      <p:sp>
        <p:nvSpPr>
          <p:cNvPr id="8197" name="Footer Placeholder 4">
            <a:extLst>
              <a:ext uri="{FF2B5EF4-FFF2-40B4-BE49-F238E27FC236}">
                <a16:creationId xmlns:a16="http://schemas.microsoft.com/office/drawing/2014/main" id="{155DE90A-7639-C612-1CDE-3F5EE1387E8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8198" name="Slide Number Placeholder 5">
            <a:extLst>
              <a:ext uri="{FF2B5EF4-FFF2-40B4-BE49-F238E27FC236}">
                <a16:creationId xmlns:a16="http://schemas.microsoft.com/office/drawing/2014/main" id="{B38EA5BD-F5D3-06CD-96D7-06E57B999A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5F44302-2AC4-4667-86A7-AEBE80DC6A79}" type="slidenum">
              <a:rPr lang="en-US" altLang="en-US" smtClean="0"/>
              <a:pPr>
                <a:spcBef>
                  <a:spcPct val="0"/>
                </a:spcBef>
              </a:pPr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CBF4C-2670-54F9-A802-E2EC72199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4CAC21FD-38DE-B034-E1B8-BF5C097BB1C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7A59267C-B52D-0237-F826-F653DA027C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18508D42-2016-05DE-371E-1E26998E381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4/7/2026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D96BD28C-C597-E70B-AF94-74E81CD3AEC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1D95AF07-DE5A-7037-EE6E-996992B85A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86470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AFDB0-F460-867A-80B1-290AD6189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59B366DA-5B28-9C29-E585-0497ADBD80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00931A1F-D1C5-F565-D0FB-FE43FB2572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71FB4F69-3278-715D-BB7D-439D908DE19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4/7/2026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5048F59A-299A-1F84-43F7-F946720C836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AD5945C7-F40F-AC5A-DC17-1CD9259BE4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37243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F6D37-364C-EF50-8F66-D57F235E7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BA62D412-B26F-CD1F-662C-C06E6D8457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43C48703-5AAD-9501-5ACA-746C6E0CC0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13FC89F3-CE9F-EA1D-F1B9-F4FFCFEF021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4/7/2026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E0EC4030-AB4D-085B-A3FE-C3B911B89AF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462F4C22-F223-D675-D800-B7D164B39E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20317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2A000-B400-D332-7CF9-8045B425E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3D0546D3-6926-FBCA-9764-8BDADAF2B72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261B3B9D-BE98-8376-15AE-94C1CCE105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554B4D9C-3E39-F144-501C-07B178A7FF8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4/7/2026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B4B867BD-96A7-FFD7-8B68-06EFAAC5304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898BADCF-F27E-E32B-55B4-BAACF0BA20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08198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BC089-F592-B960-62AA-38F5E465D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3FED3FFD-520C-D559-FA52-7E1705F8FE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4E541BE7-946A-CD23-30EA-E68E2D713A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B60560A0-3F50-6467-5273-AE86D27BDD4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4/7/2026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BE430172-F642-828C-7A68-D966C2FDB2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0FD03830-4BF3-4AA3-95FD-F6707BCA07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362289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A2F4C-6C24-031A-E33D-4B23F912F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A26AADF2-3849-070E-DE98-E3AA565CBF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F405D91A-2D86-FDE0-81D7-56C81E8C8A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83E8B099-BB5D-74CD-E2FC-5279C6D4287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4/7/2026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9B710CFB-222E-5081-B62B-48F3208B8F5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AE5C64A3-4EBC-1FD1-02BA-FD3A92C53A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82746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20FFF-31FC-561E-E9FF-BF0EC99F1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0082B314-2832-5778-6D3C-B8502793EC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7E911767-3E23-0E0C-08BC-FC99BC0FCC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762B4026-A9BA-C3E4-4964-B7519562E02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4/7/2026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1D60D4CB-4EE2-BB47-437F-499708DC033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00C0DD99-23E3-2D98-2592-8935AE4DB3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43946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4866E-E0C4-265D-578D-914873ECC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FF75D9DC-6EB2-0DA3-2E1B-24AAE7CFDC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B74B49B4-9692-9E48-38CD-CBEB4846CB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1993B0E3-1B58-BB91-C3CC-0BA85F5D96C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4/7/2026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7035E451-C4BC-2775-8FBE-7B5FAE88A09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ADE4A879-CE21-7817-3C55-5929575005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132328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5BED5-4ACF-1B89-33CD-DFB2ADED9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E7C6ABC3-9DA6-B1FF-2259-B5528767FB8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4E20EE0B-D3BC-5A9B-F933-ED1A273873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321D5C6E-4AC3-0602-90B2-3C252D97C4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4/7/2026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9F2023D3-CC96-767C-51BC-2386D90417D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EB4C3A03-57B1-DDBA-5B0A-7DA440CEF6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15414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61599-9075-D3AE-BB9B-BF47D94BA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86711FAA-F3B9-C04B-9EBF-11A77E70A3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39EDB06D-04BF-14A8-75FF-FE61618918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D581A791-CF66-D008-9AEF-976C68C0E70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4/7/2026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B68540C5-DABB-012D-6153-52F94072296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3AD10039-9A8C-C452-A746-5A69182DD1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08305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E1B0A-D351-52DD-E260-B9C189AAB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C37736C4-2AD7-4EAA-9E42-DEAFDA3549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667E50E8-B01D-1E6B-B457-22A1957964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7B61FC38-6A40-F592-4D30-982100DC689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4/7/2026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4EF2CA0E-97E8-1AA0-CA08-519CA466F6D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CAD8D1DB-FE4E-19B6-25DC-2D6310F612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05815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B2000-D039-FBA7-6356-2A8326C26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59A5557B-9D72-CFFD-33D4-28652723DF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FBFCAD3E-9E8F-4DA1-023F-356F5788BA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E5423126-553F-BEED-714D-1F40F2BCC23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4/7/2026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C07EC78E-F490-0573-866C-290DB1C8A4A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EE738F08-F53A-50E1-686F-0E44097FC0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288696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23280-7536-E434-F128-82341383C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767CF005-6EA7-6584-041B-8F1378BD25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0CD532BB-DBED-6895-A4BE-B2852322B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5FBA72C5-139A-B6C3-CC1B-04FB5762CB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4/7/2026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B4D6813A-A0A4-5A56-96C7-7E533D513D5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F360B678-CFF0-9534-54A2-99949F1EAC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708702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F53A8-C652-1B8D-01C9-108DC33C7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0365FA53-3416-BDCE-2E75-792860C2F4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F39BB279-C531-DC05-4A62-CAC347A993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85E1FC1C-7089-F0E9-7739-57EB38F4588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4/7/2026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7594F7C0-1CFF-6BF5-18B8-04885031CE1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1C65A5EB-B2A5-05E3-83C9-2154A1C853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63009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A1FD8-7EC0-B099-8BE0-FBE0DEC4E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DA9BC045-39B1-FB40-76F8-759554B222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F2917382-A075-E9B2-A31C-F34A74A52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3BC1EB68-A763-B09B-D3F0-5D0C39369D5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4/7/2026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2AD6D2E7-8FED-0100-8E53-4631C17CC03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7F75E776-8631-D181-04AD-DDB1457D76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99771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6FB1E-12E1-DFCA-3F83-CA24EF124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C60F5D8B-D372-1BCA-CA39-DAE27D7F4C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A2973A44-B2BB-2F6E-DB88-07BCF94910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677733E5-0056-5093-D233-79904D5B7EC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4/7/2026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5FCD8C06-ABF2-CECB-C5BD-66ECD22F8CF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FCD4430B-5E63-FF4D-B268-50F0C8D5D6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71678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B1625-47AD-406F-35E1-937A4C5B5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76E07202-28D0-1292-F586-59A193112B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423D1F6A-A850-DBDF-5B10-7D0AFF32B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524C58E2-50B9-70E5-7B89-1CE86562126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4/7/2026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61BE8D8A-87FD-90EA-D077-0CB2718AE6E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CF53AF94-76FD-FCFC-B30A-CFA3D43989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69871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579F4-1A59-7B12-F021-A608F48FC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82EDC850-6931-D7EA-1F45-237F77F9A5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847E96E6-1648-418F-3AD5-F3C51B18F8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417782CB-06FE-B9C9-57E5-9E271626239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4/7/2026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EF94556C-D4D4-F5C1-28C9-6C0E928C9FA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B4F8C97D-A555-285C-F449-D881FD19AD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7030575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1E637-3C94-2743-53D4-6AB426F7D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CF96F663-65C2-8027-9029-0AEC8442EA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77EA33DE-7D25-8DFB-DE63-4AF45A55EB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C61ABFA3-0A95-8429-779A-8B9F2EBC657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4/7/2026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B60E316D-0A35-C913-62F7-36586F3EF80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622D94CA-0AA0-6E61-A7D7-00EEE12DAD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86519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85A84-E633-4DFB-F32B-5402376AE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9C187140-88F9-240E-1775-CA2B97AF84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F56B105D-E03E-0915-3D08-F1C3808881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A7057019-337D-B67D-6272-BBA0186DBF0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4/7/2026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08ADFEF0-CBC5-2C22-FEC1-BDFD438F4FE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34583E99-B956-8287-3E83-B0F438C7A2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454035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7EC73-B783-1EFF-C127-BC897D536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0971776B-4998-DAD9-9EB5-314FD826FC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96F1DC6E-CD94-1CD3-30E4-E532FF041B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A4FB48F5-4ED4-B7ED-C6DD-E98592A18DB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4/7/2026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98D68EDD-C1AD-E6EF-FE88-3BF0AFAEA53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1150488F-38CD-610E-DB22-29B0979D3F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580580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15088-77D3-4DBB-FF60-24DEE0CE5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67870D17-64FF-6FE6-B6DB-5CCEFC885E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BA9CECBB-EA3C-5FA4-19FD-0FC9CB3632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FFE998E7-69AF-387A-067C-07D421B7798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4/7/2026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3CAAFDD3-5235-6A4E-07FE-B6ADE651C4A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5F327C25-18F9-2DFD-98DA-9AEEE69EC6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946988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6DEF4-B54E-1BE5-C16F-19C9DF221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A0F7EF6D-1856-7A46-4D61-6A0D1E84FD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2E86EBFB-DAF4-E700-9A40-09351BBDB4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FECF7B07-6151-3BA8-0C67-0F5DD514398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4/7/2026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46F83049-CAF4-2297-6FE0-B00CBC23C57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FC21BF58-5201-EE56-2555-2134278629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713023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0AFB5-9F59-7777-436F-7AC657FF2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21EADEE1-7ADC-8E2E-24EA-F4CAA61A1D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5DD437E3-B952-2C86-C7B4-5057D37ADB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F333996B-0D9E-90A5-DB79-05B472ED31D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4/7/2026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1FA80D44-488A-5AF4-DD51-903889FAEC8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DDA7B089-5385-4FFE-E80D-5B04041707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478665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63BEB-995F-2CE8-D1B2-A209E667A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690C8188-6A84-2BD2-BB5C-EDAACBFCC2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2090973E-7603-91E0-97F3-08B26FE788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3CAC4942-C8DB-66A0-5AD9-891C32C6A8D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4/7/2026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857E3E92-D2E0-EB07-0595-DE11A731F77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138D8B24-713F-593D-EC5D-0645479189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085990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094B6-688C-D2CD-DC77-F35BE9531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3CF69043-5132-A9C2-0245-1004CFCA7C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E4303379-772A-7295-C2CB-A3203BD546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8383B9F5-5DC7-938E-B4AE-C3571C61BE3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4/7/2026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6E431F56-FCBF-DC5F-316D-7A7BBBA9B67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56013891-D756-EE72-5E46-CE4A3710A3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676326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A776D-03BC-5408-47F5-C7DCF5782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48C62838-CD0D-CD31-7855-34DCFB1739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BE40ECEA-8982-7005-6098-D8963B8FC1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03C1E57D-1858-8D02-858F-5C81872ECF4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4/7/2026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FCC00C44-24AA-1581-F2E5-F3845B418F0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9FF6CCB6-08E4-C0B4-8DCF-E9AE87B7C3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470400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5EB02-C5BB-8414-99E9-2D3C24E1E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5DA96502-DEF5-60E4-9805-13ECF96CA3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070BB102-0EAF-9801-B682-D6BC51255C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5F1539DE-8F38-3B00-F963-47653403FD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4/7/2026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F5D37EF6-B200-0DC3-8747-9454CC3AF69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40B74542-CCCC-93C7-4474-46B7C14ED6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3288178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E816E-9D69-FEFE-E8AB-C9BA94B18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EE14B793-F72D-E372-AF7F-72B9226E900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08BA67A5-0765-5B7F-C543-FB2B0AA544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587BDFDB-2558-EDDD-2AA5-A2922E66AA7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4/7/2026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76B70385-F962-8AC4-C6A9-7E96B74E682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7C669CB2-BAB8-6266-B231-E852E7CD5A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58369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1CF56-DAA3-A828-9A07-24A124A66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A61FF95D-93FE-F2E2-9F38-B5C2780146B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665A2F64-8976-A443-89CB-97E7B45E36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2292" name="Date Placeholder 3">
            <a:extLst>
              <a:ext uri="{FF2B5EF4-FFF2-40B4-BE49-F238E27FC236}">
                <a16:creationId xmlns:a16="http://schemas.microsoft.com/office/drawing/2014/main" id="{FBDCBAF2-D2FA-B105-9EA8-4E2CCD8F863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3B08AD5-F425-471C-83F0-3C097AF26144}" type="datetime1">
              <a:rPr lang="en-US" altLang="en-US" smtClean="0"/>
              <a:pPr>
                <a:spcBef>
                  <a:spcPct val="0"/>
                </a:spcBef>
              </a:pPr>
              <a:t>4/7/2026</a:t>
            </a:fld>
            <a:endParaRPr lang="en-US" altLang="en-US"/>
          </a:p>
        </p:txBody>
      </p:sp>
      <p:sp>
        <p:nvSpPr>
          <p:cNvPr id="12293" name="Footer Placeholder 4">
            <a:extLst>
              <a:ext uri="{FF2B5EF4-FFF2-40B4-BE49-F238E27FC236}">
                <a16:creationId xmlns:a16="http://schemas.microsoft.com/office/drawing/2014/main" id="{418E5A7E-0F9F-4BE7-0E2E-C1DE295C2F5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Template-WSU Hrz 201.ppt</a:t>
            </a:r>
          </a:p>
        </p:txBody>
      </p:sp>
      <p:sp>
        <p:nvSpPr>
          <p:cNvPr id="12294" name="Slide Number Placeholder 5">
            <a:extLst>
              <a:ext uri="{FF2B5EF4-FFF2-40B4-BE49-F238E27FC236}">
                <a16:creationId xmlns:a16="http://schemas.microsoft.com/office/drawing/2014/main" id="{C6833DC4-4DA7-C6C2-8379-0FFD7162EB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538" indent="-28575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4588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3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0575" indent="-228600" defTabSz="92233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77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49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21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9375" indent="-228600" defTabSz="9223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040BF97-664F-4D0F-BD35-29715F85B9EC}" type="slidenum">
              <a:rPr lang="en-US" altLang="en-US" smtClean="0"/>
              <a:pPr>
                <a:spcBef>
                  <a:spcPct val="0"/>
                </a:spcBef>
              </a:pPr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45428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9">
            <a:extLst>
              <a:ext uri="{FF2B5EF4-FFF2-40B4-BE49-F238E27FC236}">
                <a16:creationId xmlns:a16="http://schemas.microsoft.com/office/drawing/2014/main" id="{CE71815F-FC16-9D4D-7389-42F293464A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18"/>
          <a:stretch>
            <a:fillRect/>
          </a:stretch>
        </p:blipFill>
        <p:spPr bwMode="auto">
          <a:xfrm>
            <a:off x="0" y="0"/>
            <a:ext cx="914400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D752EDE-327A-26E8-A3B8-9ADE26C8A8E9}"/>
              </a:ext>
            </a:extLst>
          </p:cNvPr>
          <p:cNvSpPr/>
          <p:nvPr userDrawn="1"/>
        </p:nvSpPr>
        <p:spPr bwMode="gray">
          <a:xfrm flipH="1">
            <a:off x="0" y="715963"/>
            <a:ext cx="9144000" cy="603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ctrTitle"/>
          </p:nvPr>
        </p:nvSpPr>
        <p:spPr bwMode="invGray">
          <a:xfrm>
            <a:off x="716337" y="1688141"/>
            <a:ext cx="7711326" cy="424732"/>
          </a:xfrm>
        </p:spPr>
        <p:txBody>
          <a:bodyPr anchorCtr="0"/>
          <a:lstStyle>
            <a:lvl1pPr algn="ctr">
              <a:defRPr sz="2400">
                <a:solidFill>
                  <a:schemeClr val="bg2"/>
                </a:solidFill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ubTitle" idx="1"/>
          </p:nvPr>
        </p:nvSpPr>
        <p:spPr bwMode="invGray">
          <a:xfrm>
            <a:off x="716337" y="2268933"/>
            <a:ext cx="7711327" cy="430887"/>
          </a:xfrm>
        </p:spPr>
        <p:txBody>
          <a:bodyPr rIns="0" anchorCtr="0"/>
          <a:lstStyle>
            <a:lvl1pPr marL="0" indent="0" algn="ctr">
              <a:buFont typeface="Arial" pitchFamily="34" charset="0"/>
              <a:buNone/>
              <a:defRPr sz="2200" b="0">
                <a:solidFill>
                  <a:schemeClr val="accent1"/>
                </a:solidFill>
                <a:effectLst/>
                <a:latin typeface="Lucida Sans" pitchFamily="34" charset="0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00ABC456-C636-BD72-E5C4-EDCF89B2EF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84188" y="4786313"/>
            <a:ext cx="1550987" cy="357187"/>
          </a:xfr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1D575A82-42E1-2C9E-1B7E-7B18200DEDD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066925" y="4786313"/>
            <a:ext cx="6100763" cy="357187"/>
          </a:xfrm>
        </p:spPr>
        <p:txBody>
          <a:bodyPr anchorCtr="1"/>
          <a:lstStyle>
            <a:lvl1pPr>
              <a:defRPr sz="10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C26A5F79-FC81-FE42-28E5-39C755588CD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169275" y="4786313"/>
            <a:ext cx="974725" cy="35718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4DAA91-6502-4D77-A099-6F0DC12D24C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3447692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369" y="1185926"/>
            <a:ext cx="8427263" cy="424732"/>
          </a:xfrm>
        </p:spPr>
        <p:txBody>
          <a:bodyPr/>
          <a:lstStyle>
            <a:lvl1pPr>
              <a:defRPr sz="2400">
                <a:latin typeface="Lucida Sans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715362"/>
            <a:ext cx="7772400" cy="1659429"/>
          </a:xfrm>
        </p:spPr>
        <p:txBody>
          <a:bodyPr lIns="457200" rIns="457200"/>
          <a:lstStyle>
            <a:lvl1pPr marL="344488" indent="-179388">
              <a:spcBef>
                <a:spcPts val="1200"/>
              </a:spcBef>
              <a:buSzPct val="100000"/>
              <a:buFont typeface="Arial" pitchFamily="34" charset="0"/>
              <a:buChar char="•"/>
              <a:defRPr sz="2000" b="0"/>
            </a:lvl1pPr>
            <a:lvl2pPr marL="509588" indent="-165100">
              <a:spcBef>
                <a:spcPts val="400"/>
              </a:spcBef>
              <a:buSzPct val="75000"/>
              <a:buFont typeface="Lucida Sans" panose="020B0602030504020204" pitchFamily="34" charset="0"/>
              <a:buChar char="–"/>
              <a:defRPr sz="2000"/>
            </a:lvl2pPr>
            <a:lvl3pPr marL="795337" indent="-219456">
              <a:spcBef>
                <a:spcPts val="400"/>
              </a:spcBef>
              <a:buSzPct val="100000"/>
              <a:buFont typeface="Arial" panose="020B0604020202020204" pitchFamily="34" charset="0"/>
              <a:buChar char="•"/>
              <a:defRPr sz="1600"/>
            </a:lvl3pPr>
            <a:lvl4pPr marL="914400" indent="-165100">
              <a:spcBef>
                <a:spcPts val="400"/>
              </a:spcBef>
              <a:buSzPct val="100000"/>
              <a:buFont typeface="Lucida Sans" panose="020B0602030504020204" pitchFamily="34" charset="0"/>
              <a:buChar char="–"/>
              <a:defRPr sz="1600"/>
            </a:lvl4pPr>
            <a:lvl5pPr marL="1079500" indent="-165100">
              <a:spcBef>
                <a:spcPts val="400"/>
              </a:spcBef>
              <a:buSzPct val="100000"/>
              <a:buFont typeface="Arial" pitchFamily="34" charset="0"/>
              <a:buChar char="•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152E0F8-37A4-67A0-11C9-51188300985E}"/>
              </a:ext>
            </a:extLst>
          </p:cNvPr>
          <p:cNvSpPr>
            <a:spLocks noGrp="1" noChangeArrowheads="1"/>
          </p:cNvSpPr>
          <p:nvPr userDrawn="1"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92F2384-78EA-3D4F-A6CB-714B1B3B9809}"/>
              </a:ext>
            </a:extLst>
          </p:cNvPr>
          <p:cNvSpPr>
            <a:spLocks noGrp="1" noChangeArrowheads="1"/>
          </p:cNvSpPr>
          <p:nvPr userDrawn="1"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E3BD260-62A7-9394-5019-36F553AC6003}"/>
              </a:ext>
            </a:extLst>
          </p:cNvPr>
          <p:cNvSpPr>
            <a:spLocks noGrp="1" noChangeArrowheads="1"/>
          </p:cNvSpPr>
          <p:nvPr userDrawn="1"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62CE9E-6ED9-41A1-85E0-D3AE8AB77D5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8521914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/>
          <p:cNvSpPr>
            <a:spLocks noGrp="1" noChangeArrowheads="1"/>
          </p:cNvSpPr>
          <p:nvPr>
            <p:ph type="ctrTitle"/>
          </p:nvPr>
        </p:nvSpPr>
        <p:spPr>
          <a:xfrm>
            <a:off x="245889" y="763120"/>
            <a:ext cx="8652222" cy="461665"/>
          </a:xfrm>
        </p:spPr>
        <p:txBody>
          <a:bodyPr/>
          <a:lstStyle>
            <a:lvl1pPr algn="ctr">
              <a:lnSpc>
                <a:spcPct val="100000"/>
              </a:lnSpc>
              <a:defRPr sz="2400">
                <a:solidFill>
                  <a:schemeClr val="bg2"/>
                </a:solidFill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245889" y="1252166"/>
            <a:ext cx="8652222" cy="430887"/>
          </a:xfrm>
        </p:spPr>
        <p:txBody>
          <a:bodyPr rIns="0"/>
          <a:lstStyle>
            <a:lvl1pPr marL="0" indent="0" algn="ctr">
              <a:buFontTx/>
              <a:buNone/>
              <a:defRPr sz="2200" b="0">
                <a:solidFill>
                  <a:schemeClr val="accent1"/>
                </a:solidFill>
                <a:effectLst/>
                <a:latin typeface="Lucida Sans" pitchFamily="34" charset="0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C25DC196-BF60-ED9F-FFF6-BD02AB7B31A8}"/>
              </a:ext>
            </a:extLst>
          </p:cNvPr>
          <p:cNvSpPr>
            <a:spLocks noGrp="1" noChangeArrowheads="1"/>
          </p:cNvSpPr>
          <p:nvPr userDrawn="1"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0BDE10D-658F-56AD-C1A8-1411AFAB7A35}"/>
              </a:ext>
            </a:extLst>
          </p:cNvPr>
          <p:cNvSpPr>
            <a:spLocks noGrp="1" noChangeArrowheads="1"/>
          </p:cNvSpPr>
          <p:nvPr userDrawn="1"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0E7AE73-A095-C192-CAE7-FA4EA13A1F10}"/>
              </a:ext>
            </a:extLst>
          </p:cNvPr>
          <p:cNvSpPr>
            <a:spLocks noGrp="1" noChangeArrowheads="1"/>
          </p:cNvSpPr>
          <p:nvPr userDrawn="1"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69ED82-0963-4BA9-B4BC-B506917E0B5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5838347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047" y="1081658"/>
            <a:ext cx="8659907" cy="4247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0388" y="1706842"/>
            <a:ext cx="4002321" cy="2062103"/>
          </a:xfrm>
        </p:spPr>
        <p:txBody>
          <a:bodyPr anchorCtr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25000"/>
              <a:buFont typeface="Arial" pitchFamily="34" charset="0"/>
              <a:buChar char="•"/>
              <a:defRPr lang="en-US" sz="2000" b="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25000"/>
              <a:buFont typeface="Arial" pitchFamily="34" charset="0"/>
              <a:buChar char="•"/>
              <a:defRPr lang="en-US" sz="18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25000"/>
              <a:buFont typeface="Arial" pitchFamily="34" charset="0"/>
              <a:buChar char="•"/>
              <a:defRPr lang="en-US" sz="18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25000"/>
              <a:buFont typeface="Arial" pitchFamily="34" charset="0"/>
              <a:buChar char="•"/>
              <a:defRPr lang="en-US" sz="16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25000"/>
              <a:buFont typeface="Arial" pitchFamily="34" charset="0"/>
              <a:buChar char="•"/>
              <a:defRPr lang="en-US" sz="1600" dirty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5107" y="1706842"/>
            <a:ext cx="3969948" cy="2062103"/>
          </a:xfrm>
        </p:spPr>
        <p:txBody>
          <a:bodyPr anchorCtr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25000"/>
              <a:buFont typeface="Arial" pitchFamily="34" charset="0"/>
              <a:buChar char="•"/>
              <a:defRPr lang="en-US" sz="2000" b="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25000"/>
              <a:buFont typeface="Arial" pitchFamily="34" charset="0"/>
              <a:buChar char="•"/>
              <a:defRPr lang="en-US" sz="18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25000"/>
              <a:buFont typeface="Arial" pitchFamily="34" charset="0"/>
              <a:buChar char="•"/>
              <a:defRPr lang="en-US" sz="18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25000"/>
              <a:buFont typeface="Arial" pitchFamily="34" charset="0"/>
              <a:buChar char="•"/>
              <a:defRPr lang="en-US" sz="16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25000"/>
              <a:buFont typeface="Arial" pitchFamily="34" charset="0"/>
              <a:buChar char="•"/>
              <a:defRPr lang="en-US" sz="1600" dirty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16828C-A5C8-E70D-DFFF-33952D9C5B6D}"/>
              </a:ext>
            </a:extLst>
          </p:cNvPr>
          <p:cNvSpPr>
            <a:spLocks noGrp="1" noChangeArrowheads="1"/>
          </p:cNvSpPr>
          <p:nvPr userDrawn="1"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25DC74-640A-FD49-A232-9481C4F2CDA4}"/>
              </a:ext>
            </a:extLst>
          </p:cNvPr>
          <p:cNvSpPr>
            <a:spLocks noGrp="1" noChangeArrowheads="1"/>
          </p:cNvSpPr>
          <p:nvPr userDrawn="1"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9EFA46-AC1E-7142-B611-80E89E92C21B}"/>
              </a:ext>
            </a:extLst>
          </p:cNvPr>
          <p:cNvSpPr>
            <a:spLocks noGrp="1" noChangeArrowheads="1"/>
          </p:cNvSpPr>
          <p:nvPr userDrawn="1"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0123E5-9C5F-4811-A8CC-08B631D25D9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6224079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912677"/>
            <a:ext cx="8686800" cy="42473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8882" y="1532739"/>
            <a:ext cx="4040188" cy="369332"/>
          </a:xfrm>
        </p:spPr>
        <p:txBody>
          <a:bodyPr anchor="b"/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8881" y="1966113"/>
            <a:ext cx="4040188" cy="1338828"/>
          </a:xfrm>
        </p:spPr>
        <p:txBody>
          <a:bodyPr/>
          <a:lstStyle>
            <a:lvl1pPr>
              <a:defRPr lang="en-US" sz="1800" b="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1pPr>
            <a:lvl2pPr>
              <a:defRPr lang="en-US" sz="16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2pPr>
            <a:lvl3pPr>
              <a:defRPr lang="en-US" sz="16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3pPr>
            <a:lvl4pPr>
              <a:defRPr lang="en-US" sz="14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4pPr>
            <a:lvl5pPr>
              <a:defRPr lang="en-US" sz="1400" dirty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36708" y="1532739"/>
            <a:ext cx="4041775" cy="369332"/>
          </a:xfrm>
        </p:spPr>
        <p:txBody>
          <a:bodyPr anchor="b"/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36707" y="1966113"/>
            <a:ext cx="4041775" cy="1338828"/>
          </a:xfrm>
        </p:spPr>
        <p:txBody>
          <a:bodyPr/>
          <a:lstStyle>
            <a:lvl1pPr>
              <a:defRPr lang="en-US" sz="1800" b="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1pPr>
            <a:lvl2pPr>
              <a:defRPr lang="en-US" sz="16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2pPr>
            <a:lvl3pPr>
              <a:defRPr lang="en-US" sz="16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3pPr>
            <a:lvl4pPr>
              <a:defRPr lang="en-US" sz="1400" dirty="0" smtClean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4pPr>
            <a:lvl5pPr>
              <a:defRPr lang="en-US" sz="1400" dirty="0">
                <a:solidFill>
                  <a:schemeClr val="bg2"/>
                </a:solidFill>
                <a:latin typeface="Lucida Sans" pitchFamily="34" charset="0"/>
                <a:ea typeface="+mn-ea"/>
                <a:cs typeface="+mn-cs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8FB3FED-4B9F-EFB5-A573-AA60CA5FDD7F}"/>
              </a:ext>
            </a:extLst>
          </p:cNvPr>
          <p:cNvSpPr>
            <a:spLocks noGrp="1" noChangeArrowheads="1"/>
          </p:cNvSpPr>
          <p:nvPr userDrawn="1"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419A787-3E04-9171-E59A-81EF56BEB5C3}"/>
              </a:ext>
            </a:extLst>
          </p:cNvPr>
          <p:cNvSpPr>
            <a:spLocks noGrp="1" noChangeArrowheads="1"/>
          </p:cNvSpPr>
          <p:nvPr userDrawn="1"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3C12820-F4B8-CBB7-8EEB-F015FFDAFEEB}"/>
              </a:ext>
            </a:extLst>
          </p:cNvPr>
          <p:cNvSpPr>
            <a:spLocks noGrp="1" noChangeArrowheads="1"/>
          </p:cNvSpPr>
          <p:nvPr userDrawn="1"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39D1E2-F37F-4AEB-B456-944B0320264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5062188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746" y="1496186"/>
            <a:ext cx="7558509" cy="4247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7555418-7852-8C7F-10A2-41328B2E2CF1}"/>
              </a:ext>
            </a:extLst>
          </p:cNvPr>
          <p:cNvSpPr>
            <a:spLocks noGrp="1" noChangeArrowheads="1"/>
          </p:cNvSpPr>
          <p:nvPr userDrawn="1"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9003BCE-1C74-458A-1596-6A3186622731}"/>
              </a:ext>
            </a:extLst>
          </p:cNvPr>
          <p:cNvSpPr>
            <a:spLocks noGrp="1" noChangeArrowheads="1"/>
          </p:cNvSpPr>
          <p:nvPr userDrawn="1"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B26BCA4-F463-FDEB-F019-3BD45D1088BC}"/>
              </a:ext>
            </a:extLst>
          </p:cNvPr>
          <p:cNvSpPr>
            <a:spLocks noGrp="1" noChangeArrowheads="1"/>
          </p:cNvSpPr>
          <p:nvPr userDrawn="1"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D52318-FDAA-4C7C-9A39-C09C50EE974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359960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C67F377-710D-68BC-381A-3E2AA0BC32C3}"/>
              </a:ext>
            </a:extLst>
          </p:cNvPr>
          <p:cNvSpPr>
            <a:spLocks noGrp="1" noChangeArrowheads="1"/>
          </p:cNvSpPr>
          <p:nvPr userDrawn="1"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53292E0-D0C6-CE97-165A-CE12F2A96CCB}"/>
              </a:ext>
            </a:extLst>
          </p:cNvPr>
          <p:cNvSpPr>
            <a:spLocks noGrp="1" noChangeArrowheads="1"/>
          </p:cNvSpPr>
          <p:nvPr userDrawn="1"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BBF53D5-CBA9-5CCC-FCCC-888301716DD7}"/>
              </a:ext>
            </a:extLst>
          </p:cNvPr>
          <p:cNvSpPr>
            <a:spLocks noGrp="1" noChangeArrowheads="1"/>
          </p:cNvSpPr>
          <p:nvPr userDrawn="1"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7D31AF-C1EE-4681-8B14-4128AC01EED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0043214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974922"/>
            <a:ext cx="5486400" cy="369332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894916"/>
            <a:ext cx="5486400" cy="584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400101"/>
            <a:ext cx="5486400" cy="30777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CCA2FA-4C09-34A3-CD68-922E7B278764}"/>
              </a:ext>
            </a:extLst>
          </p:cNvPr>
          <p:cNvSpPr>
            <a:spLocks noGrp="1" noChangeArrowheads="1"/>
          </p:cNvSpPr>
          <p:nvPr userDrawn="1"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17A002-FF68-4734-6718-265A4ACF2022}"/>
              </a:ext>
            </a:extLst>
          </p:cNvPr>
          <p:cNvSpPr>
            <a:spLocks noGrp="1" noChangeArrowheads="1"/>
          </p:cNvSpPr>
          <p:nvPr userDrawn="1"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3BEA51-A63A-E391-F664-B68D1FBBC506}"/>
              </a:ext>
            </a:extLst>
          </p:cNvPr>
          <p:cNvSpPr>
            <a:spLocks noGrp="1" noChangeArrowheads="1"/>
          </p:cNvSpPr>
          <p:nvPr userDrawn="1"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73566F-6618-491F-852F-0B664161A13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5147275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1">
          <a:gsLst>
            <a:gs pos="0">
              <a:srgbClr val="EAEAEA"/>
            </a:gs>
            <a:gs pos="100000">
              <a:schemeClr val="tx1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4">
            <a:extLst>
              <a:ext uri="{FF2B5EF4-FFF2-40B4-BE49-F238E27FC236}">
                <a16:creationId xmlns:a16="http://schemas.microsoft.com/office/drawing/2014/main" id="{94ECE16C-6D14-E6E0-1353-66BE0DC7F2A3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95" b="10880"/>
          <a:stretch>
            <a:fillRect/>
          </a:stretch>
        </p:blipFill>
        <p:spPr bwMode="auto">
          <a:xfrm>
            <a:off x="0" y="0"/>
            <a:ext cx="914400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10" descr="C:\Users\vboydo\Documents\0 val work\0 Active Jobs\2692 BRAND ppt templates 2014\shield on blk.tif">
            <a:extLst>
              <a:ext uri="{FF2B5EF4-FFF2-40B4-BE49-F238E27FC236}">
                <a16:creationId xmlns:a16="http://schemas.microsoft.com/office/drawing/2014/main" id="{54FD1BC6-0872-DBEC-2DE9-728DC44CB68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84" t="35599" r="17880" b="33191"/>
          <a:stretch>
            <a:fillRect/>
          </a:stretch>
        </p:blipFill>
        <p:spPr bwMode="auto">
          <a:xfrm>
            <a:off x="0" y="0"/>
            <a:ext cx="59372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8" name="Rectangle 3">
            <a:extLst>
              <a:ext uri="{FF2B5EF4-FFF2-40B4-BE49-F238E27FC236}">
                <a16:creationId xmlns:a16="http://schemas.microsoft.com/office/drawing/2014/main" id="{05C92106-648C-0B50-B80F-034695F877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black">
          <a:xfrm>
            <a:off x="914400" y="1724025"/>
            <a:ext cx="7315200" cy="144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1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2">
            <a:extLst>
              <a:ext uri="{FF2B5EF4-FFF2-40B4-BE49-F238E27FC236}">
                <a16:creationId xmlns:a16="http://schemas.microsoft.com/office/drawing/2014/main" id="{31D8E3AD-6BAE-55EF-19E2-B3156180A7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black">
          <a:xfrm>
            <a:off x="242888" y="1057275"/>
            <a:ext cx="8658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0" tIns="45720" rIns="457200" bIns="45720" numCol="1" anchor="b" anchorCtr="1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AEC028D-1975-F453-5553-C81DD3C11497}"/>
              </a:ext>
            </a:extLst>
          </p:cNvPr>
          <p:cNvSpPr>
            <a:spLocks noGrp="1" noChangeArrowheads="1"/>
          </p:cNvSpPr>
          <p:nvPr userDrawn="1">
            <p:ph type="dt" sz="half" idx="2"/>
          </p:nvPr>
        </p:nvSpPr>
        <p:spPr bwMode="black">
          <a:xfrm>
            <a:off x="484188" y="4829175"/>
            <a:ext cx="1252537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solidFill>
                  <a:schemeClr val="bg2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1DCC4B4-2BF8-CAFF-4ECB-874CF74B8078}"/>
              </a:ext>
            </a:extLst>
          </p:cNvPr>
          <p:cNvSpPr>
            <a:spLocks noGrp="1" noChangeArrowheads="1"/>
          </p:cNvSpPr>
          <p:nvPr userDrawn="1">
            <p:ph type="ftr" sz="quarter" idx="3"/>
          </p:nvPr>
        </p:nvSpPr>
        <p:spPr bwMode="black">
          <a:xfrm>
            <a:off x="1736725" y="4829175"/>
            <a:ext cx="6153150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solidFill>
                  <a:schemeClr val="bg2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B1B2FE86-2751-81A4-0406-0260308081AB}"/>
              </a:ext>
            </a:extLst>
          </p:cNvPr>
          <p:cNvSpPr>
            <a:spLocks noGrp="1" noChangeArrowheads="1"/>
          </p:cNvSpPr>
          <p:nvPr userDrawn="1">
            <p:ph type="sldNum" sz="quarter" idx="4"/>
          </p:nvPr>
        </p:nvSpPr>
        <p:spPr bwMode="black">
          <a:xfrm>
            <a:off x="7899400" y="4829175"/>
            <a:ext cx="1244600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D4B95D15-B967-46C0-A48A-6BF091E2B00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0BF6F15-1E87-C5C3-2B47-E64EC43B09E4}"/>
              </a:ext>
            </a:extLst>
          </p:cNvPr>
          <p:cNvSpPr/>
          <p:nvPr userDrawn="1"/>
        </p:nvSpPr>
        <p:spPr bwMode="gray">
          <a:xfrm flipH="1">
            <a:off x="0" y="715963"/>
            <a:ext cx="9144000" cy="603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4628" r:id="rId1"/>
    <p:sldLayoutId id="2147484621" r:id="rId2"/>
    <p:sldLayoutId id="2147484622" r:id="rId3"/>
    <p:sldLayoutId id="2147484623" r:id="rId4"/>
    <p:sldLayoutId id="2147484624" r:id="rId5"/>
    <p:sldLayoutId id="2147484625" r:id="rId6"/>
    <p:sldLayoutId id="2147484626" r:id="rId7"/>
    <p:sldLayoutId id="2147484627" r:id="rId8"/>
  </p:sldLayoutIdLst>
  <p:transition/>
  <p:txStyles>
    <p:titleStyle>
      <a:lvl1pPr algn="l" rtl="0" eaLnBrk="0" fontAlgn="base" hangingPunct="0">
        <a:lnSpc>
          <a:spcPts val="2400"/>
        </a:lnSpc>
        <a:spcBef>
          <a:spcPts val="200"/>
        </a:spcBef>
        <a:spcAft>
          <a:spcPct val="0"/>
        </a:spcAft>
        <a:defRPr sz="2200" b="1">
          <a:solidFill>
            <a:schemeClr val="bg2"/>
          </a:solidFill>
          <a:latin typeface="Lucida Sans" pitchFamily="34" charset="0"/>
          <a:ea typeface="+mj-ea"/>
          <a:cs typeface="+mj-cs"/>
        </a:defRPr>
      </a:lvl1pPr>
      <a:lvl2pPr algn="l" rtl="0" eaLnBrk="0" fontAlgn="base" hangingPunct="0">
        <a:lnSpc>
          <a:spcPts val="2400"/>
        </a:lnSpc>
        <a:spcBef>
          <a:spcPts val="200"/>
        </a:spcBef>
        <a:spcAft>
          <a:spcPct val="0"/>
        </a:spcAft>
        <a:defRPr sz="2200" b="1">
          <a:solidFill>
            <a:schemeClr val="bg2"/>
          </a:solidFill>
          <a:latin typeface="Lucida Sans" pitchFamily="34" charset="0"/>
        </a:defRPr>
      </a:lvl2pPr>
      <a:lvl3pPr algn="l" rtl="0" eaLnBrk="0" fontAlgn="base" hangingPunct="0">
        <a:lnSpc>
          <a:spcPts val="2400"/>
        </a:lnSpc>
        <a:spcBef>
          <a:spcPts val="200"/>
        </a:spcBef>
        <a:spcAft>
          <a:spcPct val="0"/>
        </a:spcAft>
        <a:defRPr sz="2200" b="1">
          <a:solidFill>
            <a:schemeClr val="bg2"/>
          </a:solidFill>
          <a:latin typeface="Lucida Sans" pitchFamily="34" charset="0"/>
        </a:defRPr>
      </a:lvl3pPr>
      <a:lvl4pPr algn="l" rtl="0" eaLnBrk="0" fontAlgn="base" hangingPunct="0">
        <a:lnSpc>
          <a:spcPts val="2400"/>
        </a:lnSpc>
        <a:spcBef>
          <a:spcPts val="200"/>
        </a:spcBef>
        <a:spcAft>
          <a:spcPct val="0"/>
        </a:spcAft>
        <a:defRPr sz="2200" b="1">
          <a:solidFill>
            <a:schemeClr val="bg2"/>
          </a:solidFill>
          <a:latin typeface="Lucida Sans" pitchFamily="34" charset="0"/>
        </a:defRPr>
      </a:lvl4pPr>
      <a:lvl5pPr algn="l" rtl="0" eaLnBrk="0" fontAlgn="base" hangingPunct="0">
        <a:lnSpc>
          <a:spcPts val="2400"/>
        </a:lnSpc>
        <a:spcBef>
          <a:spcPts val="200"/>
        </a:spcBef>
        <a:spcAft>
          <a:spcPct val="0"/>
        </a:spcAft>
        <a:defRPr sz="2200" b="1">
          <a:solidFill>
            <a:schemeClr val="bg2"/>
          </a:solidFill>
          <a:latin typeface="Lucida Sans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</a:defRPr>
      </a:lvl9pPr>
    </p:titleStyle>
    <p:bodyStyle>
      <a:lvl1pPr marL="165100" indent="-165100" algn="l" rtl="0" eaLnBrk="0" fontAlgn="base" hangingPunct="0">
        <a:lnSpc>
          <a:spcPts val="2200"/>
        </a:lnSpc>
        <a:spcBef>
          <a:spcPts val="600"/>
        </a:spcBef>
        <a:spcAft>
          <a:spcPct val="0"/>
        </a:spcAft>
        <a:buClr>
          <a:srgbClr val="C60C30"/>
        </a:buClr>
        <a:buSzPct val="100000"/>
        <a:buFont typeface="Arial" panose="020B0604020202020204" pitchFamily="34" charset="0"/>
        <a:buChar char="•"/>
        <a:defRPr lang="en-US" sz="2000" dirty="0">
          <a:solidFill>
            <a:schemeClr val="bg2"/>
          </a:solidFill>
          <a:latin typeface="Lucida Sans" pitchFamily="34" charset="0"/>
          <a:ea typeface="+mn-ea"/>
          <a:cs typeface="+mn-cs"/>
        </a:defRPr>
      </a:lvl1pPr>
      <a:lvl2pPr marL="344488" indent="-179388" algn="l" rtl="0" eaLnBrk="0" fontAlgn="base" hangingPunct="0">
        <a:lnSpc>
          <a:spcPts val="2000"/>
        </a:lnSpc>
        <a:spcBef>
          <a:spcPts val="400"/>
        </a:spcBef>
        <a:spcAft>
          <a:spcPct val="0"/>
        </a:spcAft>
        <a:buClr>
          <a:srgbClr val="C60C30"/>
        </a:buClr>
        <a:buSzPct val="100000"/>
        <a:buFont typeface="Lucida Sans" panose="020B0602030504020204" pitchFamily="34" charset="0"/>
        <a:buChar char="–"/>
        <a:defRPr lang="en-US" dirty="0">
          <a:solidFill>
            <a:schemeClr val="bg2"/>
          </a:solidFill>
          <a:latin typeface="Lucida Sans" pitchFamily="34" charset="0"/>
          <a:ea typeface="+mn-ea"/>
          <a:cs typeface="+mn-cs"/>
        </a:defRPr>
      </a:lvl2pPr>
      <a:lvl3pPr marL="509588" indent="-165100" algn="l" rtl="0" eaLnBrk="0" fontAlgn="base" hangingPunct="0">
        <a:lnSpc>
          <a:spcPts val="2000"/>
        </a:lnSpc>
        <a:spcBef>
          <a:spcPts val="200"/>
        </a:spcBef>
        <a:spcAft>
          <a:spcPct val="0"/>
        </a:spcAft>
        <a:buClr>
          <a:srgbClr val="C60C30"/>
        </a:buClr>
        <a:buSzPct val="100000"/>
        <a:buFont typeface="Arial" panose="020B0604020202020204" pitchFamily="34" charset="0"/>
        <a:buChar char="•"/>
        <a:defRPr lang="en-US" sz="1600" dirty="0">
          <a:solidFill>
            <a:schemeClr val="bg2"/>
          </a:solidFill>
          <a:latin typeface="Lucida Sans" pitchFamily="34" charset="0"/>
          <a:ea typeface="+mn-ea"/>
          <a:cs typeface="+mn-cs"/>
        </a:defRPr>
      </a:lvl3pPr>
      <a:lvl4pPr marL="688975" indent="-179388" algn="l" rtl="0" eaLnBrk="0" fontAlgn="base" hangingPunct="0">
        <a:lnSpc>
          <a:spcPts val="1800"/>
        </a:lnSpc>
        <a:spcBef>
          <a:spcPts val="200"/>
        </a:spcBef>
        <a:spcAft>
          <a:spcPct val="0"/>
        </a:spcAft>
        <a:buClr>
          <a:srgbClr val="C60C30"/>
        </a:buClr>
        <a:buSzPct val="100000"/>
        <a:buFont typeface="Lucida Sans" panose="020B0602030504020204" pitchFamily="34" charset="0"/>
        <a:buChar char="–"/>
        <a:defRPr lang="en-US" sz="1600" dirty="0">
          <a:solidFill>
            <a:schemeClr val="bg2"/>
          </a:solidFill>
          <a:latin typeface="Lucida Sans" pitchFamily="34" charset="0"/>
          <a:ea typeface="+mn-ea"/>
          <a:cs typeface="+mn-cs"/>
        </a:defRPr>
      </a:lvl4pPr>
      <a:lvl5pPr marL="854075" indent="-165100" algn="l" rtl="0" eaLnBrk="0" fontAlgn="base" hangingPunct="0">
        <a:lnSpc>
          <a:spcPts val="1600"/>
        </a:lnSpc>
        <a:spcBef>
          <a:spcPts val="200"/>
        </a:spcBef>
        <a:spcAft>
          <a:spcPct val="0"/>
        </a:spcAft>
        <a:buClr>
          <a:srgbClr val="C60C30"/>
        </a:buClr>
        <a:buSzPct val="100000"/>
        <a:buFont typeface="Arial" panose="020B0604020202020204" pitchFamily="34" charset="0"/>
        <a:buChar char="•"/>
        <a:defRPr lang="en-US" sz="1400" dirty="0">
          <a:solidFill>
            <a:schemeClr val="bg2"/>
          </a:solidFill>
          <a:latin typeface="Lucida Sans" pitchFamily="34" charset="0"/>
          <a:ea typeface="+mn-ea"/>
          <a:cs typeface="+mn-cs"/>
        </a:defRPr>
      </a:lvl5pPr>
      <a:lvl6pPr marL="1141413" indent="222250" algn="l" rtl="0" fontAlgn="base">
        <a:lnSpc>
          <a:spcPct val="95000"/>
        </a:lnSpc>
        <a:spcBef>
          <a:spcPct val="1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+mn-lt"/>
        </a:defRPr>
      </a:lvl6pPr>
      <a:lvl7pPr marL="1598613" indent="222250" algn="l" rtl="0" fontAlgn="base">
        <a:lnSpc>
          <a:spcPct val="95000"/>
        </a:lnSpc>
        <a:spcBef>
          <a:spcPct val="1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+mn-lt"/>
        </a:defRPr>
      </a:lvl7pPr>
      <a:lvl8pPr marL="2055813" indent="222250" algn="l" rtl="0" fontAlgn="base">
        <a:lnSpc>
          <a:spcPct val="95000"/>
        </a:lnSpc>
        <a:spcBef>
          <a:spcPct val="1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+mn-lt"/>
        </a:defRPr>
      </a:lvl8pPr>
      <a:lvl9pPr marL="2513013" indent="222250" algn="l" rtl="0" fontAlgn="base">
        <a:lnSpc>
          <a:spcPct val="95000"/>
        </a:lnSpc>
        <a:spcBef>
          <a:spcPct val="1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9">
            <a:extLst>
              <a:ext uri="{FF2B5EF4-FFF2-40B4-BE49-F238E27FC236}">
                <a16:creationId xmlns:a16="http://schemas.microsoft.com/office/drawing/2014/main" id="{FD428B15-092D-292B-2689-117492D361B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715963" y="2171700"/>
            <a:ext cx="7712075" cy="400050"/>
          </a:xfrm>
        </p:spPr>
        <p:txBody>
          <a:bodyPr/>
          <a:lstStyle/>
          <a:p>
            <a:r>
              <a:rPr lang="en-US" altLang="en-US"/>
              <a:t>CptS 360</a:t>
            </a:r>
          </a:p>
        </p:txBody>
      </p:sp>
      <p:sp>
        <p:nvSpPr>
          <p:cNvPr id="5123" name="Rectangle 20">
            <a:extLst>
              <a:ext uri="{FF2B5EF4-FFF2-40B4-BE49-F238E27FC236}">
                <a16:creationId xmlns:a16="http://schemas.microsoft.com/office/drawing/2014/main" id="{486AF756-BFA2-DDA1-C6FD-5C6FB836373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715963" y="2571750"/>
            <a:ext cx="7712075" cy="374650"/>
          </a:xfrm>
        </p:spPr>
        <p:txBody>
          <a:bodyPr/>
          <a:lstStyle/>
          <a:p>
            <a:r>
              <a:rPr altLang="en-US" dirty="0"/>
              <a:t>Concurrency and Parallel Programming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5">
            <a:extLst>
              <a:ext uri="{FF2B5EF4-FFF2-40B4-BE49-F238E27FC236}">
                <a16:creationId xmlns:a16="http://schemas.microsoft.com/office/drawing/2014/main" id="{18FDA59A-CF67-4908-3879-02F7D6C4C2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727075"/>
            <a:ext cx="8426450" cy="400050"/>
          </a:xfrm>
        </p:spPr>
        <p:txBody>
          <a:bodyPr/>
          <a:lstStyle/>
          <a:p>
            <a:r>
              <a:rPr lang="en-US" altLang="en-US" dirty="0"/>
              <a:t>Connection from Last Session</a:t>
            </a:r>
          </a:p>
        </p:txBody>
      </p:sp>
      <p:sp>
        <p:nvSpPr>
          <p:cNvPr id="7171" name="TextBox 1">
            <a:extLst>
              <a:ext uri="{FF2B5EF4-FFF2-40B4-BE49-F238E27FC236}">
                <a16:creationId xmlns:a16="http://schemas.microsoft.com/office/drawing/2014/main" id="{5CDB970E-A4FF-28C8-69F6-663008CD07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1071563"/>
            <a:ext cx="8680450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System I/O, Networking, File Systems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File descriptors and meta data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Partial I/O and address mapping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Motivation for this session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How do we scale from one connection to many connections?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Or one thread / core to many threads / cores?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Assignments: PA4 (this week), EA2 (next week)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Next Session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Distributed: Systems, Filesystems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E46F2-6710-335B-6F8F-54217757C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5137538B-2D6B-EDBE-53B6-7475B8013C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Concurrency</a:t>
            </a:r>
          </a:p>
        </p:txBody>
      </p:sp>
      <p:sp>
        <p:nvSpPr>
          <p:cNvPr id="11267" name="TextBox 1">
            <a:extLst>
              <a:ext uri="{FF2B5EF4-FFF2-40B4-BE49-F238E27FC236}">
                <a16:creationId xmlns:a16="http://schemas.microsoft.com/office/drawing/2014/main" id="{62F6A025-D511-ADFF-EBF0-3AFC3DF2BE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738188"/>
            <a:ext cx="8680450" cy="424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Concurrency </a:t>
            </a:r>
            <a:r>
              <a:rPr lang="en-US" altLang="en-US" dirty="0">
                <a:solidFill>
                  <a:schemeClr val="bg2"/>
                </a:solidFill>
                <a:sym typeface="Wingdings" panose="05000000000000000000" pitchFamily="2" charset="2"/>
              </a:rPr>
              <a:t> multiple tasks are in progress 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sym typeface="Wingdings" panose="05000000000000000000" pitchFamily="2" charset="2"/>
              </a:rPr>
              <a:t>Not necessary for all to run simultaneously 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sym typeface="Wingdings" panose="05000000000000000000" pitchFamily="2" charset="2"/>
              </a:rPr>
              <a:t>Many things can go wrong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sym typeface="Wingdings" panose="05000000000000000000" pitchFamily="2" charset="2"/>
              </a:rPr>
              <a:t>Races, 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Deadlocks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Starvation, Heisenbugs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Concurrency rule of thumb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Make it correct then make it fast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Prioritize structure and coordination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Concurrency types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Context-switching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Multithreading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Parallelism aka multiprocessing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Cooperative </a:t>
            </a:r>
            <a:r>
              <a:rPr lang="en-US" altLang="en-US" dirty="0" err="1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asyncs</a:t>
            </a:r>
            <a:endParaRPr lang="en-US" altLang="en-US" dirty="0">
              <a:solidFill>
                <a:schemeClr val="bg2"/>
              </a:solidFill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Interrupt handlers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Distributed computing</a:t>
            </a:r>
          </a:p>
        </p:txBody>
      </p:sp>
    </p:spTree>
    <p:extLst>
      <p:ext uri="{BB962C8B-B14F-4D97-AF65-F5344CB8AC3E}">
        <p14:creationId xmlns:p14="http://schemas.microsoft.com/office/powerpoint/2010/main" val="3564931335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631C4-9692-7677-B01C-041187C6A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EF7C1ECA-B4D7-D764-2C81-D489F7FDA4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Concurrency</a:t>
            </a:r>
          </a:p>
        </p:txBody>
      </p:sp>
      <p:sp>
        <p:nvSpPr>
          <p:cNvPr id="11267" name="TextBox 1">
            <a:extLst>
              <a:ext uri="{FF2B5EF4-FFF2-40B4-BE49-F238E27FC236}">
                <a16:creationId xmlns:a16="http://schemas.microsoft.com/office/drawing/2014/main" id="{B8814584-E715-9C28-BB02-3685672AB8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738188"/>
            <a:ext cx="8680450" cy="424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Context-switching example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Web-browser: single-core, single-thread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Task A: [Load UI]  [Render Assets]  [Send User Inputs]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Task B: [Load Data]  [Run Scripts]  [Transmit Data]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Without context-switching: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[Load UI]  [Render Assets] !!  [Send User Inputs] !!  [Load Data]  [Run Scripts]  [Transmit Data] !!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With context-switching: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[Load UI]  [Load Data]  [Render Assets]  [Run Scripts]  [Send User Inputs]  [Transmit Data]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Still sequential and not simultaneous but optimized for structure/coordination</a:t>
            </a:r>
          </a:p>
        </p:txBody>
      </p:sp>
    </p:spTree>
    <p:extLst>
      <p:ext uri="{BB962C8B-B14F-4D97-AF65-F5344CB8AC3E}">
        <p14:creationId xmlns:p14="http://schemas.microsoft.com/office/powerpoint/2010/main" val="2487996126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CDB7F-6DD5-6114-563E-39E3AE2D8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142C7050-3BC6-8BA6-7DE7-02C0380DB8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Threads and Processes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FBB91C0E-4C05-5125-3F83-151D81421F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4192" y="984163"/>
            <a:ext cx="4035615" cy="3935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3276226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2272D-7697-6CB4-6DD4-EED611709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DEED859B-0097-E4AE-B14C-92CD25E2A5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Threads and Processes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415341E-AB52-4693-4431-4D06AB2FDD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7480" y="1068362"/>
            <a:ext cx="6469039" cy="3638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145060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78101-5448-997A-8164-3655DBFA5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A5C9EC89-B129-9706-0EC8-63CF08DA61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Threads and Processes</a:t>
            </a:r>
          </a:p>
        </p:txBody>
      </p:sp>
      <p:pic>
        <p:nvPicPr>
          <p:cNvPr id="2050" name="Picture 2" descr="Process vs. Thread | Baeldung on Computer Science">
            <a:extLst>
              <a:ext uri="{FF2B5EF4-FFF2-40B4-BE49-F238E27FC236}">
                <a16:creationId xmlns:a16="http://schemas.microsoft.com/office/drawing/2014/main" id="{7E06271C-32D7-9B0F-D01A-6BB8CB6EA4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9375" y="1178472"/>
            <a:ext cx="6025250" cy="3564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0444056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19453-9638-5117-04BD-663548CA0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F16444FE-8E89-C414-FB90-F15F7C3DCE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Multithreading</a:t>
            </a:r>
          </a:p>
        </p:txBody>
      </p:sp>
      <p:sp>
        <p:nvSpPr>
          <p:cNvPr id="11267" name="TextBox 1">
            <a:extLst>
              <a:ext uri="{FF2B5EF4-FFF2-40B4-BE49-F238E27FC236}">
                <a16:creationId xmlns:a16="http://schemas.microsoft.com/office/drawing/2014/main" id="{58200176-A7F5-3D1F-D326-E7079E21F3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738188"/>
            <a:ext cx="8680450" cy="424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Single-threaded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Every process has one thread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Handles all aspects of an app sequentially</a:t>
            </a:r>
          </a:p>
          <a:p>
            <a:pPr lvl="3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Func A must wait for Func B</a:t>
            </a:r>
          </a:p>
          <a:p>
            <a:pPr lvl="3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E.g., web browsers is frozen when a page is loading</a:t>
            </a:r>
          </a:p>
          <a:p>
            <a:pPr lvl="3"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cs typeface="Arial" panose="020B0604020202020204" pitchFamily="34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Multi-threaded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Every process has several threads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One thread handles UI, other loads data, another runs scripts</a:t>
            </a:r>
          </a:p>
          <a:p>
            <a:pPr lvl="3" eaLnBrk="1" hangingPunct="1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bg2"/>
                </a:solidFill>
                <a:cs typeface="Arial" panose="020B0604020202020204" pitchFamily="34" charset="0"/>
              </a:rPr>
              <a:t>Funcs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 are responsive even when waiting</a:t>
            </a:r>
          </a:p>
          <a:p>
            <a:pPr lvl="3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E.g., web browser is responsive even when loading data/scripts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Allows a process to multiple things at once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cs typeface="Arial" panose="020B0604020202020204" pitchFamily="34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Sacrifice? Space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Each thread needs its own registers-stack</a:t>
            </a:r>
          </a:p>
        </p:txBody>
      </p:sp>
    </p:spTree>
    <p:extLst>
      <p:ext uri="{BB962C8B-B14F-4D97-AF65-F5344CB8AC3E}">
        <p14:creationId xmlns:p14="http://schemas.microsoft.com/office/powerpoint/2010/main" val="3001775475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F5853-4F64-9912-F532-AC55C195C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9DA8867B-D8CB-45E1-94E9-48527849EB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Single-Threaded</a:t>
            </a:r>
          </a:p>
        </p:txBody>
      </p:sp>
      <p:sp>
        <p:nvSpPr>
          <p:cNvPr id="11267" name="TextBox 1">
            <a:extLst>
              <a:ext uri="{FF2B5EF4-FFF2-40B4-BE49-F238E27FC236}">
                <a16:creationId xmlns:a16="http://schemas.microsoft.com/office/drawing/2014/main" id="{82BA24DC-632C-5DA4-1485-5A7E07C34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738188"/>
            <a:ext cx="8680450" cy="424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dirty="0">
                <a:solidFill>
                  <a:schemeClr val="bg2"/>
                </a:solidFill>
                <a:latin typeface="Consolas" panose="020B0609020204030204" pitchFamily="49" charset="0"/>
              </a:rPr>
              <a:t>#include &lt;</a:t>
            </a:r>
            <a:r>
              <a:rPr 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stdio.h</a:t>
            </a:r>
            <a:r>
              <a:rPr lang="en-US" dirty="0">
                <a:solidFill>
                  <a:schemeClr val="bg2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dirty="0">
                <a:solidFill>
                  <a:schemeClr val="bg2"/>
                </a:solidFill>
                <a:latin typeface="Consolas" panose="020B0609020204030204" pitchFamily="49" charset="0"/>
              </a:rPr>
              <a:t>#include &lt;</a:t>
            </a:r>
            <a:r>
              <a:rPr 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unistd.h</a:t>
            </a:r>
            <a:r>
              <a:rPr lang="en-US" dirty="0">
                <a:solidFill>
                  <a:schemeClr val="bg2"/>
                </a:solidFill>
                <a:latin typeface="Consolas" panose="020B0609020204030204" pitchFamily="49" charset="0"/>
              </a:rPr>
              <a:t>&gt;</a:t>
            </a:r>
          </a:p>
          <a:p>
            <a:endParaRPr lang="en-US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chemeClr val="bg2"/>
                </a:solidFill>
                <a:latin typeface="Consolas" panose="020B0609020204030204" pitchFamily="49" charset="0"/>
              </a:rPr>
              <a:t>void </a:t>
            </a:r>
            <a:r>
              <a:rPr 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perform_task</a:t>
            </a:r>
            <a:r>
              <a:rPr lang="en-US" dirty="0">
                <a:solidFill>
                  <a:schemeClr val="bg2"/>
                </a:solidFill>
                <a:latin typeface="Consolas" panose="020B0609020204030204" pitchFamily="49" charset="0"/>
              </a:rPr>
              <a:t>(int id) {</a:t>
            </a:r>
          </a:p>
          <a:p>
            <a:r>
              <a:rPr lang="en-US" dirty="0">
                <a:solidFill>
                  <a:schemeClr val="bg2"/>
                </a:solidFill>
                <a:latin typeface="Consolas" panose="020B0609020204030204" pitchFamily="49" charset="0"/>
              </a:rPr>
              <a:t>    </a:t>
            </a:r>
            <a:r>
              <a:rPr 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printf</a:t>
            </a:r>
            <a:r>
              <a:rPr lang="en-US" dirty="0">
                <a:solidFill>
                  <a:schemeClr val="bg2"/>
                </a:solidFill>
                <a:latin typeface="Consolas" panose="020B0609020204030204" pitchFamily="49" charset="0"/>
              </a:rPr>
              <a:t>("Task %d starting...\n", id);</a:t>
            </a:r>
          </a:p>
          <a:p>
            <a:r>
              <a:rPr lang="en-US" dirty="0">
                <a:solidFill>
                  <a:schemeClr val="bg2"/>
                </a:solidFill>
                <a:latin typeface="Consolas" panose="020B0609020204030204" pitchFamily="49" charset="0"/>
              </a:rPr>
              <a:t>    sleep(2); </a:t>
            </a:r>
            <a:r>
              <a:rPr lang="en-US" dirty="0">
                <a:solidFill>
                  <a:schemeClr val="bg2"/>
                </a:solidFill>
                <a:latin typeface="+mn-lt"/>
              </a:rPr>
              <a:t>// Simulates a time-consuming task</a:t>
            </a:r>
          </a:p>
          <a:p>
            <a:r>
              <a:rPr lang="en-US" dirty="0">
                <a:solidFill>
                  <a:schemeClr val="bg2"/>
                </a:solidFill>
                <a:latin typeface="Consolas" panose="020B0609020204030204" pitchFamily="49" charset="0"/>
              </a:rPr>
              <a:t>    </a:t>
            </a:r>
            <a:r>
              <a:rPr 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printf</a:t>
            </a:r>
            <a:r>
              <a:rPr lang="en-US" dirty="0">
                <a:solidFill>
                  <a:schemeClr val="bg2"/>
                </a:solidFill>
                <a:latin typeface="Consolas" panose="020B0609020204030204" pitchFamily="49" charset="0"/>
              </a:rPr>
              <a:t>("Task %d finished.\n", id);</a:t>
            </a:r>
          </a:p>
          <a:p>
            <a:r>
              <a:rPr lang="en-US" dirty="0">
                <a:solidFill>
                  <a:schemeClr val="bg2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chemeClr val="bg2"/>
                </a:solidFill>
                <a:latin typeface="Consolas" panose="020B0609020204030204" pitchFamily="49" charset="0"/>
              </a:rPr>
              <a:t>int main() {</a:t>
            </a:r>
          </a:p>
          <a:p>
            <a:r>
              <a:rPr lang="en-US" dirty="0">
                <a:solidFill>
                  <a:schemeClr val="bg2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chemeClr val="bg2"/>
                </a:solidFill>
                <a:latin typeface="+mn-lt"/>
              </a:rPr>
              <a:t>// These run sequentially. Total time: 4s</a:t>
            </a:r>
          </a:p>
          <a:p>
            <a:r>
              <a:rPr lang="en-US" dirty="0">
                <a:solidFill>
                  <a:schemeClr val="bg2"/>
                </a:solidFill>
                <a:latin typeface="Consolas" panose="020B0609020204030204" pitchFamily="49" charset="0"/>
              </a:rPr>
              <a:t>    </a:t>
            </a:r>
            <a:r>
              <a:rPr 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perform_task</a:t>
            </a:r>
            <a:r>
              <a:rPr lang="en-US" dirty="0">
                <a:solidFill>
                  <a:schemeClr val="bg2"/>
                </a:solidFill>
                <a:latin typeface="Consolas" panose="020B0609020204030204" pitchFamily="49" charset="0"/>
              </a:rPr>
              <a:t>(1);</a:t>
            </a:r>
          </a:p>
          <a:p>
            <a:r>
              <a:rPr lang="en-US" dirty="0">
                <a:solidFill>
                  <a:schemeClr val="bg2"/>
                </a:solidFill>
                <a:latin typeface="Consolas" panose="020B0609020204030204" pitchFamily="49" charset="0"/>
              </a:rPr>
              <a:t>    </a:t>
            </a:r>
            <a:r>
              <a:rPr 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perform_task</a:t>
            </a:r>
            <a:r>
              <a:rPr lang="en-US" dirty="0">
                <a:solidFill>
                  <a:schemeClr val="bg2"/>
                </a:solidFill>
                <a:latin typeface="Consolas" panose="020B0609020204030204" pitchFamily="49" charset="0"/>
              </a:rPr>
              <a:t>(2);</a:t>
            </a:r>
          </a:p>
          <a:p>
            <a:r>
              <a:rPr lang="en-US" dirty="0">
                <a:solidFill>
                  <a:schemeClr val="bg2"/>
                </a:solidFill>
                <a:latin typeface="Consolas" panose="020B0609020204030204" pitchFamily="49" charset="0"/>
              </a:rPr>
              <a:t>    return 0;</a:t>
            </a:r>
          </a:p>
          <a:p>
            <a:r>
              <a:rPr lang="en-US" dirty="0">
                <a:solidFill>
                  <a:schemeClr val="bg2"/>
                </a:solidFill>
                <a:latin typeface="Consolas" panose="020B0609020204030204" pitchFamily="49" charset="0"/>
              </a:rPr>
              <a:t>}</a:t>
            </a: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8375494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3D028-706D-A6F0-63C9-6898632DB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77BADF81-0FE2-771E-57A5-4C7994FF58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Multithreaded</a:t>
            </a:r>
          </a:p>
        </p:txBody>
      </p:sp>
      <p:sp>
        <p:nvSpPr>
          <p:cNvPr id="11267" name="TextBox 1">
            <a:extLst>
              <a:ext uri="{FF2B5EF4-FFF2-40B4-BE49-F238E27FC236}">
                <a16:creationId xmlns:a16="http://schemas.microsoft.com/office/drawing/2014/main" id="{069D5BD8-4837-F255-FD37-42078E74CB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738188"/>
            <a:ext cx="8680450" cy="413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914400" lvl="2" indent="0" eaLnBrk="1" hangingPunct="1"/>
            <a:r>
              <a:rPr lang="en-US" altLang="en-US" sz="1050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#include &lt;</a:t>
            </a:r>
            <a:r>
              <a:rPr lang="en-US" altLang="en-US" sz="1050" dirty="0" err="1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stdio.h</a:t>
            </a:r>
            <a:r>
              <a:rPr lang="en-US" altLang="en-US" sz="1050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&gt;</a:t>
            </a:r>
          </a:p>
          <a:p>
            <a:pPr marL="914400" lvl="2" indent="0" eaLnBrk="1" hangingPunct="1"/>
            <a:r>
              <a:rPr lang="en-US" altLang="en-US" sz="1050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#include &lt;</a:t>
            </a:r>
            <a:r>
              <a:rPr lang="en-US" altLang="en-US" sz="1050" dirty="0" err="1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pthread.h</a:t>
            </a:r>
            <a:r>
              <a:rPr lang="en-US" altLang="en-US" sz="1050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&gt;</a:t>
            </a:r>
          </a:p>
          <a:p>
            <a:pPr marL="914400" lvl="2" indent="0" eaLnBrk="1" hangingPunct="1"/>
            <a:r>
              <a:rPr lang="en-US" altLang="en-US" sz="1050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#include &lt;</a:t>
            </a:r>
            <a:r>
              <a:rPr lang="en-US" altLang="en-US" sz="1050" dirty="0" err="1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unistd.h</a:t>
            </a:r>
            <a:r>
              <a:rPr lang="en-US" altLang="en-US" sz="1050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&gt;</a:t>
            </a:r>
          </a:p>
          <a:p>
            <a:pPr marL="914400" lvl="2" indent="0" eaLnBrk="1" hangingPunct="1"/>
            <a:endParaRPr lang="en-US" altLang="en-US" sz="1050" dirty="0">
              <a:solidFill>
                <a:schemeClr val="bg2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marL="914400" lvl="2" indent="0" eaLnBrk="1" hangingPunct="1"/>
            <a:r>
              <a:rPr lang="en-US" altLang="en-US" sz="1050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void* </a:t>
            </a:r>
            <a:r>
              <a:rPr lang="en-US" altLang="en-US" sz="1050" dirty="0" err="1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perform_task</a:t>
            </a:r>
            <a:r>
              <a:rPr lang="en-US" altLang="en-US" sz="1050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(void* </a:t>
            </a:r>
            <a:r>
              <a:rPr lang="en-US" altLang="en-US" sz="1050" dirty="0" err="1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arg</a:t>
            </a:r>
            <a:r>
              <a:rPr lang="en-US" altLang="en-US" sz="1050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) {</a:t>
            </a:r>
          </a:p>
          <a:p>
            <a:pPr marL="914400" lvl="2" indent="0" eaLnBrk="1" hangingPunct="1"/>
            <a:r>
              <a:rPr lang="en-US" altLang="en-US" sz="1050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  int id = *(int*)</a:t>
            </a:r>
            <a:r>
              <a:rPr lang="en-US" altLang="en-US" sz="1050" dirty="0" err="1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arg</a:t>
            </a:r>
            <a:r>
              <a:rPr lang="en-US" altLang="en-US" sz="1050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;</a:t>
            </a:r>
          </a:p>
          <a:p>
            <a:pPr marL="914400" lvl="2" indent="0" eaLnBrk="1" hangingPunct="1"/>
            <a:r>
              <a:rPr lang="en-US" altLang="en-US" sz="1050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  </a:t>
            </a:r>
            <a:r>
              <a:rPr lang="en-US" altLang="en-US" sz="1050" dirty="0" err="1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printf</a:t>
            </a:r>
            <a:r>
              <a:rPr lang="en-US" altLang="en-US" sz="1050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("Thread %d starting...\n", id);</a:t>
            </a:r>
          </a:p>
          <a:p>
            <a:pPr marL="914400" lvl="2" indent="0" eaLnBrk="1" hangingPunct="1"/>
            <a:r>
              <a:rPr lang="en-US" altLang="en-US" sz="1050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  sleep(2); </a:t>
            </a:r>
            <a:r>
              <a:rPr lang="en-US" altLang="en-US" sz="1050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// Simulates a time-consuming task</a:t>
            </a:r>
          </a:p>
          <a:p>
            <a:pPr marL="914400" lvl="2" indent="0" eaLnBrk="1" hangingPunct="1"/>
            <a:r>
              <a:rPr lang="en-US" altLang="en-US" sz="1050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  </a:t>
            </a:r>
            <a:r>
              <a:rPr lang="en-US" altLang="en-US" sz="1050" dirty="0" err="1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printf</a:t>
            </a:r>
            <a:r>
              <a:rPr lang="en-US" altLang="en-US" sz="1050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("Thread %d finished.\n", id);</a:t>
            </a:r>
          </a:p>
          <a:p>
            <a:pPr marL="914400" lvl="2" indent="0" eaLnBrk="1" hangingPunct="1"/>
            <a:r>
              <a:rPr lang="en-US" altLang="en-US" sz="1050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  return NULL;</a:t>
            </a:r>
          </a:p>
          <a:p>
            <a:pPr marL="914400" lvl="2" indent="0" eaLnBrk="1" hangingPunct="1"/>
            <a:r>
              <a:rPr lang="en-US" altLang="en-US" sz="1050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}</a:t>
            </a:r>
          </a:p>
          <a:p>
            <a:pPr marL="914400" lvl="2" indent="0" eaLnBrk="1" hangingPunct="1"/>
            <a:r>
              <a:rPr lang="en-US" altLang="en-US" sz="1050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int main() {</a:t>
            </a:r>
          </a:p>
          <a:p>
            <a:pPr marL="914400" lvl="2" indent="0" eaLnBrk="1" hangingPunct="1"/>
            <a:r>
              <a:rPr lang="en-US" altLang="en-US" sz="1050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  </a:t>
            </a:r>
            <a:r>
              <a:rPr lang="en-US" altLang="en-US" sz="1050" dirty="0" err="1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pthread_t</a:t>
            </a:r>
            <a:r>
              <a:rPr lang="en-US" altLang="en-US" sz="1050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thread1, thread2;</a:t>
            </a:r>
          </a:p>
          <a:p>
            <a:pPr marL="914400" lvl="2" indent="0" eaLnBrk="1" hangingPunct="1"/>
            <a:r>
              <a:rPr lang="en-US" altLang="en-US" sz="1050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  int id1 = 1, id2 = 2;</a:t>
            </a:r>
          </a:p>
          <a:p>
            <a:pPr marL="914400" lvl="2" indent="0" eaLnBrk="1" hangingPunct="1"/>
            <a:endParaRPr lang="en-US" altLang="en-US" sz="1050" dirty="0">
              <a:solidFill>
                <a:schemeClr val="bg2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marL="914400" lvl="2" indent="0" eaLnBrk="1" hangingPunct="1"/>
            <a:r>
              <a:rPr lang="en-US" altLang="en-US" sz="1050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  </a:t>
            </a:r>
            <a:r>
              <a:rPr lang="en-US" altLang="en-US" sz="1050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// Launch both tasks at the same time. Total time: 2s</a:t>
            </a:r>
          </a:p>
          <a:p>
            <a:pPr marL="914400" lvl="2" indent="0" eaLnBrk="1" hangingPunct="1"/>
            <a:r>
              <a:rPr lang="en-US" altLang="en-US" sz="1050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  </a:t>
            </a:r>
            <a:r>
              <a:rPr lang="en-US" altLang="en-US" sz="1050" dirty="0" err="1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pthread_create</a:t>
            </a:r>
            <a:r>
              <a:rPr lang="en-US" altLang="en-US" sz="1050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(&amp;thread1, NULL, </a:t>
            </a:r>
            <a:r>
              <a:rPr lang="en-US" altLang="en-US" sz="1050" dirty="0" err="1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perform_task</a:t>
            </a:r>
            <a:r>
              <a:rPr lang="en-US" altLang="en-US" sz="1050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, &amp;id1);</a:t>
            </a:r>
          </a:p>
          <a:p>
            <a:pPr marL="914400" lvl="2" indent="0" eaLnBrk="1" hangingPunct="1"/>
            <a:r>
              <a:rPr lang="en-US" altLang="en-US" sz="1050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  </a:t>
            </a:r>
            <a:r>
              <a:rPr lang="en-US" altLang="en-US" sz="1050" dirty="0" err="1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pthread_create</a:t>
            </a:r>
            <a:r>
              <a:rPr lang="en-US" altLang="en-US" sz="1050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(&amp;thread2, NULL, </a:t>
            </a:r>
            <a:r>
              <a:rPr lang="en-US" altLang="en-US" sz="1050" dirty="0" err="1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perform_task</a:t>
            </a:r>
            <a:r>
              <a:rPr lang="en-US" altLang="en-US" sz="1050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, &amp;id2);</a:t>
            </a:r>
          </a:p>
          <a:p>
            <a:pPr marL="914400" lvl="2" indent="0" eaLnBrk="1" hangingPunct="1"/>
            <a:endParaRPr lang="en-US" altLang="en-US" sz="1050" dirty="0">
              <a:solidFill>
                <a:schemeClr val="bg2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marL="914400" lvl="2" indent="0" eaLnBrk="1" hangingPunct="1"/>
            <a:r>
              <a:rPr lang="en-US" altLang="en-US" sz="1050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  </a:t>
            </a:r>
            <a:r>
              <a:rPr lang="en-US" altLang="en-US" sz="1050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// Wait for threads to finish</a:t>
            </a:r>
          </a:p>
          <a:p>
            <a:pPr marL="914400" lvl="2" indent="0" eaLnBrk="1" hangingPunct="1"/>
            <a:r>
              <a:rPr lang="en-US" altLang="en-US" sz="1050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  </a:t>
            </a:r>
            <a:r>
              <a:rPr lang="en-US" altLang="en-US" sz="1050" dirty="0" err="1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pthread_join</a:t>
            </a:r>
            <a:r>
              <a:rPr lang="en-US" altLang="en-US" sz="1050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(thread1, NULL);</a:t>
            </a:r>
          </a:p>
          <a:p>
            <a:pPr marL="914400" lvl="2" indent="0" eaLnBrk="1" hangingPunct="1"/>
            <a:r>
              <a:rPr lang="en-US" altLang="en-US" sz="1050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  </a:t>
            </a:r>
            <a:r>
              <a:rPr lang="en-US" altLang="en-US" sz="1050" dirty="0" err="1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pthread_join</a:t>
            </a:r>
            <a:r>
              <a:rPr lang="en-US" altLang="en-US" sz="1050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(thread2, NULL);</a:t>
            </a:r>
          </a:p>
          <a:p>
            <a:pPr marL="914400" lvl="2" indent="0" eaLnBrk="1" hangingPunct="1"/>
            <a:endParaRPr lang="en-US" altLang="en-US" sz="1050" dirty="0">
              <a:solidFill>
                <a:schemeClr val="bg2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marL="914400" lvl="2" indent="0" eaLnBrk="1" hangingPunct="1"/>
            <a:r>
              <a:rPr lang="en-US" altLang="en-US" sz="1050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  return 0;</a:t>
            </a:r>
          </a:p>
          <a:p>
            <a:pPr marL="914400" lvl="2" indent="0" eaLnBrk="1" hangingPunct="1"/>
            <a:r>
              <a:rPr lang="en-US" altLang="en-US" sz="1050" dirty="0">
                <a:solidFill>
                  <a:schemeClr val="bg2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14478171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FEB80-898A-13E3-47B4-668FC540C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AFB463FB-8B70-A642-73EC-9A9C90CDD1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Parallelism (Multiprocessing)</a:t>
            </a:r>
          </a:p>
        </p:txBody>
      </p:sp>
      <p:sp>
        <p:nvSpPr>
          <p:cNvPr id="11267" name="TextBox 1">
            <a:extLst>
              <a:ext uri="{FF2B5EF4-FFF2-40B4-BE49-F238E27FC236}">
                <a16:creationId xmlns:a16="http://schemas.microsoft.com/office/drawing/2014/main" id="{EC6F02EC-8342-8830-C3AC-8EFB3BE095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738188"/>
            <a:ext cx="8680450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Multiple processes run at the same time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Usually requires multi-core devices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Not necessarily multithreaded in theory but always is in practice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Processes are not only structured / coordinated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</a:rPr>
              <a:t>But also run simultaneously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cs typeface="Arial" panose="020B0604020202020204" pitchFamily="34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Web-browser: 2-core, single-thread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Task A: [Load UI]  [Render Assets]  [Send User Inputs]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Task B: [Load Data]  [Run Scripts]  [Transmit Data]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cs typeface="Arial" panose="020B0604020202020204" pitchFamily="34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Core 1: [Load UI] Stall [Render Assets]  [Send User Inputs]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Core 2: [Load Data]  [Run Scripts] Stall  [Transmit Data]</a:t>
            </a:r>
          </a:p>
        </p:txBody>
      </p:sp>
    </p:spTree>
    <p:extLst>
      <p:ext uri="{BB962C8B-B14F-4D97-AF65-F5344CB8AC3E}">
        <p14:creationId xmlns:p14="http://schemas.microsoft.com/office/powerpoint/2010/main" val="1331920437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BD5C4-6ADD-2A7B-F590-583DC5D0F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5249413C-5484-0D9A-991E-BDDF373174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Parallelism (Multiprocessing)</a:t>
            </a:r>
          </a:p>
        </p:txBody>
      </p:sp>
      <p:sp>
        <p:nvSpPr>
          <p:cNvPr id="11267" name="TextBox 1">
            <a:extLst>
              <a:ext uri="{FF2B5EF4-FFF2-40B4-BE49-F238E27FC236}">
                <a16:creationId xmlns:a16="http://schemas.microsoft.com/office/drawing/2014/main" id="{C2962213-6C2B-FC0E-211E-70FBDC297B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738188"/>
            <a:ext cx="8680450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Web-browser: 2-core, 2-threads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Task A: [Load UI]  [Render Assets]  [Send User Inputs]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Task B: [Load Data]  [Run Scripts]  [Transmit Data]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C1-T1: [Load UI]  [Render Assets]  [Send User Inputs]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C1-T2: [N/w node]  [Send/Receive data streams]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C2-T2: [Load Data]  [Run Scripts]  [Transmit Data]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C2-T2: [N/w node]  [Send/Receive data streams]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Stalls can be minimized via dynamic transmits of data</a:t>
            </a:r>
          </a:p>
        </p:txBody>
      </p:sp>
    </p:spTree>
    <p:extLst>
      <p:ext uri="{BB962C8B-B14F-4D97-AF65-F5344CB8AC3E}">
        <p14:creationId xmlns:p14="http://schemas.microsoft.com/office/powerpoint/2010/main" val="1373909246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0550C-6DB3-D9A8-8C01-B6DCD7CA4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F0A40C81-CF56-918A-5B83-743FE05316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Concurrency Variants</a:t>
            </a:r>
          </a:p>
        </p:txBody>
      </p:sp>
      <p:sp>
        <p:nvSpPr>
          <p:cNvPr id="11267" name="TextBox 1">
            <a:extLst>
              <a:ext uri="{FF2B5EF4-FFF2-40B4-BE49-F238E27FC236}">
                <a16:creationId xmlns:a16="http://schemas.microsoft.com/office/drawing/2014/main" id="{65DD1B40-B599-C6C6-ABFF-78B565E6E8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738188"/>
            <a:ext cx="8680450" cy="3693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All the concurrency variants are cooperative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Not mutually exclusive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Analogies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Context-switching: one chef cooking two dishes by switching 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Has only one stove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Multithreading: one chef cooking two dishes by switching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Has two or more stoves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Multiprocessing: two chefs cooking two dishes simultaneously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Each has one stove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Multiprocessing with multithreading (Beta):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Two chefs cooking two dishes simultaneously</a:t>
            </a:r>
          </a:p>
          <a:p>
            <a:pPr lvl="3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Each have two or more stoves</a:t>
            </a:r>
          </a:p>
        </p:txBody>
      </p:sp>
    </p:spTree>
    <p:extLst>
      <p:ext uri="{BB962C8B-B14F-4D97-AF65-F5344CB8AC3E}">
        <p14:creationId xmlns:p14="http://schemas.microsoft.com/office/powerpoint/2010/main" val="4144150402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49C2D-3A4D-2196-B676-D665CF841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3F586046-ECE6-EEAB-F164-030D4D1800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Concurrency Variants</a:t>
            </a:r>
          </a:p>
        </p:txBody>
      </p:sp>
      <p:sp>
        <p:nvSpPr>
          <p:cNvPr id="11267" name="TextBox 1">
            <a:extLst>
              <a:ext uri="{FF2B5EF4-FFF2-40B4-BE49-F238E27FC236}">
                <a16:creationId xmlns:a16="http://schemas.microsoft.com/office/drawing/2014/main" id="{A562E529-6A6E-8A3C-2B2E-2EAA56CB10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738188"/>
            <a:ext cx="8680450" cy="424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Beta with cooperative </a:t>
            </a:r>
            <a:r>
              <a:rPr lang="en-US" altLang="en-US" dirty="0" err="1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aysncs</a:t>
            </a: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 (Delta):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Two chefs cooking two dishes simultaneously</a:t>
            </a:r>
          </a:p>
          <a:p>
            <a:pPr lvl="3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Each have two or more stoves</a:t>
            </a:r>
          </a:p>
          <a:p>
            <a:pPr lvl="3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An assistant helped with prep earlier in the day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Delta with interrupt handlers (Gamma):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Two chefs cooking two dishes simultaneously</a:t>
            </a:r>
          </a:p>
          <a:p>
            <a:pPr lvl="3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Each have two or more stoves</a:t>
            </a:r>
          </a:p>
          <a:p>
            <a:pPr lvl="3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An assistant helped with prep earlier in the day</a:t>
            </a:r>
          </a:p>
          <a:p>
            <a:pPr lvl="3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Another assistant helps with utensil management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Gamma with distributed computing (Epsilon):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Two chefs cooking two dishes simultaneously</a:t>
            </a:r>
          </a:p>
          <a:p>
            <a:pPr lvl="3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Each have two or more stoves</a:t>
            </a:r>
          </a:p>
          <a:p>
            <a:pPr lvl="3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An assistant helped with prep earlier in the day</a:t>
            </a:r>
          </a:p>
          <a:p>
            <a:pPr lvl="3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Another assistant helps with utensil management</a:t>
            </a:r>
          </a:p>
          <a:p>
            <a:pPr lvl="3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cs typeface="Arial" panose="020B0604020202020204" pitchFamily="34" charset="0"/>
                <a:sym typeface="Wingdings" panose="05000000000000000000" pitchFamily="2" charset="2"/>
              </a:rPr>
              <a:t>The two dishes made by the chefs will be served together on a plate</a:t>
            </a:r>
          </a:p>
        </p:txBody>
      </p:sp>
    </p:spTree>
    <p:extLst>
      <p:ext uri="{BB962C8B-B14F-4D97-AF65-F5344CB8AC3E}">
        <p14:creationId xmlns:p14="http://schemas.microsoft.com/office/powerpoint/2010/main" val="3896300851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2DD0D-F225-9686-4948-CC9EC75F2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E9133C37-2241-0F4F-40D1-6325AEB344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Data Races</a:t>
            </a:r>
          </a:p>
        </p:txBody>
      </p:sp>
      <p:sp>
        <p:nvSpPr>
          <p:cNvPr id="11267" name="TextBox 1">
            <a:extLst>
              <a:ext uri="{FF2B5EF4-FFF2-40B4-BE49-F238E27FC236}">
                <a16:creationId xmlns:a16="http://schemas.microsoft.com/office/drawing/2014/main" id="{51A61DB9-7AC1-AF43-273E-2077927077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738188"/>
            <a:ext cx="8680450" cy="3693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Two or more threads access the same memory location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At least one of the accesses is a write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Accesses are not synchronized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</a:endParaRPr>
          </a:p>
          <a:p>
            <a:pPr marL="0" indent="0" eaLnBrk="1" hangingPunct="1"/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counter = 0;</a:t>
            </a:r>
          </a:p>
          <a:p>
            <a:pPr marL="0" indent="0" eaLnBrk="1" hangingPunct="1"/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T1: counter++;</a:t>
            </a:r>
          </a:p>
          <a:p>
            <a:pPr marL="0" indent="0" eaLnBrk="1" hangingPunct="1"/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T2: counter++;</a:t>
            </a:r>
          </a:p>
          <a:p>
            <a:pPr marL="0" indent="0" eaLnBrk="1" hangingPunct="1"/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print counter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Expected output: 2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Observed output: 1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latin typeface="+mn-lt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Why?</a:t>
            </a:r>
          </a:p>
        </p:txBody>
      </p:sp>
    </p:spTree>
    <p:extLst>
      <p:ext uri="{BB962C8B-B14F-4D97-AF65-F5344CB8AC3E}">
        <p14:creationId xmlns:p14="http://schemas.microsoft.com/office/powerpoint/2010/main" val="2204332655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D7598-A692-12BA-0D00-32A9A3F0A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9F923566-40D9-4DA7-6BB7-B1881E93D8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Data Races</a:t>
            </a:r>
          </a:p>
        </p:txBody>
      </p:sp>
      <p:sp>
        <p:nvSpPr>
          <p:cNvPr id="11267" name="TextBox 1">
            <a:extLst>
              <a:ext uri="{FF2B5EF4-FFF2-40B4-BE49-F238E27FC236}">
                <a16:creationId xmlns:a16="http://schemas.microsoft.com/office/drawing/2014/main" id="{8E045FF3-F0AE-21EB-1FCF-2EBF681A85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738188"/>
            <a:ext cx="8680450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counter</a:t>
            </a:r>
            <a:r>
              <a:rPr lang="en-US" altLang="en-US" dirty="0">
                <a:solidFill>
                  <a:schemeClr val="bg2"/>
                </a:solidFill>
                <a:latin typeface="+mn-lt"/>
              </a:rPr>
              <a:t> is not atomic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Read counter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Add 1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Write back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latin typeface="+mn-lt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Thread interleaving: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T1 reads 0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T2 reads 0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T1 writes 1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T2 writes 1 </a:t>
            </a:r>
            <a:r>
              <a:rPr lang="en-US" altLang="en-US" dirty="0">
                <a:solidFill>
                  <a:schemeClr val="bg2"/>
                </a:solidFill>
                <a:latin typeface="+mn-lt"/>
                <a:sym typeface="Wingdings" panose="05000000000000000000" pitchFamily="2" charset="2"/>
              </a:rPr>
              <a:t> overwrites T1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latin typeface="+mn-lt"/>
              <a:sym typeface="Wingdings" panose="05000000000000000000" pitchFamily="2" charset="2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How to fix?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Mutex: mutual exclusion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Ensures only one thread accesses a critical section at a time</a:t>
            </a:r>
          </a:p>
        </p:txBody>
      </p:sp>
    </p:spTree>
    <p:extLst>
      <p:ext uri="{BB962C8B-B14F-4D97-AF65-F5344CB8AC3E}">
        <p14:creationId xmlns:p14="http://schemas.microsoft.com/office/powerpoint/2010/main" val="3899072339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18D04-A0B9-8ABF-F2C6-036AF13D0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A971E949-9FFA-C22C-12BD-FB7BD2BD6C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Data Races</a:t>
            </a:r>
          </a:p>
        </p:txBody>
      </p:sp>
      <p:sp>
        <p:nvSpPr>
          <p:cNvPr id="11267" name="TextBox 1">
            <a:extLst>
              <a:ext uri="{FF2B5EF4-FFF2-40B4-BE49-F238E27FC236}">
                <a16:creationId xmlns:a16="http://schemas.microsoft.com/office/drawing/2014/main" id="{CABB373F-B892-F8E9-9279-E614532ACD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738188"/>
            <a:ext cx="8680450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 eaLnBrk="1" hangingPunct="1"/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mutex lock;</a:t>
            </a:r>
          </a:p>
          <a:p>
            <a:pPr marL="0" indent="0" eaLnBrk="1" hangingPunct="1"/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pPr marL="0" indent="0" eaLnBrk="1" hangingPunct="1"/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Thread 1:</a:t>
            </a:r>
          </a:p>
          <a:p>
            <a:pPr marL="0" indent="0" eaLnBrk="1" hangingPunct="1"/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lock.lock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 eaLnBrk="1" hangingPunct="1"/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counter++;</a:t>
            </a:r>
          </a:p>
          <a:p>
            <a:pPr marL="0" indent="0" eaLnBrk="1" hangingPunct="1"/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lock.unlock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 eaLnBrk="1" hangingPunct="1"/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pPr marL="0" indent="0" eaLnBrk="1" hangingPunct="1"/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Thread 2:</a:t>
            </a:r>
          </a:p>
          <a:p>
            <a:pPr marL="0" indent="0" eaLnBrk="1" hangingPunct="1"/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lock.lock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();</a:t>
            </a:r>
          </a:p>
          <a:p>
            <a:pPr marL="0" indent="0" eaLnBrk="1" hangingPunct="1"/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counter++;</a:t>
            </a:r>
          </a:p>
          <a:p>
            <a:pPr marL="0" indent="0" eaLnBrk="1" hangingPunct="1"/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lock.unlock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();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Serialize access to critical memory locations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One thread enters the critical section while the other waits</a:t>
            </a:r>
          </a:p>
        </p:txBody>
      </p:sp>
    </p:spTree>
    <p:extLst>
      <p:ext uri="{BB962C8B-B14F-4D97-AF65-F5344CB8AC3E}">
        <p14:creationId xmlns:p14="http://schemas.microsoft.com/office/powerpoint/2010/main" val="3812954619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70F8B-CB32-20D5-2C44-00880469D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28DD72F8-5D10-80BB-04B0-9F6F7F8331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Atomics and Mutex</a:t>
            </a:r>
          </a:p>
        </p:txBody>
      </p:sp>
      <p:sp>
        <p:nvSpPr>
          <p:cNvPr id="11267" name="TextBox 1">
            <a:extLst>
              <a:ext uri="{FF2B5EF4-FFF2-40B4-BE49-F238E27FC236}">
                <a16:creationId xmlns:a16="http://schemas.microsoft.com/office/drawing/2014/main" id="{6BC81C84-124D-E246-DE04-409AA71FFE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738188"/>
            <a:ext cx="8680450" cy="3693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An atomic operation is indivisible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Cannot be interrupted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Guarantees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No corruption from interleaving 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Hardware-level safety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latin typeface="+mn-lt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Atomic vs Mutex?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Simple vs complex ops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Counters vs multiple variables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Low contention vs high contention (needs locking)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Easier to implement vs more complicated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latin typeface="+mn-lt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atomic&lt;int&gt; counter = 0;</a:t>
            </a:r>
          </a:p>
        </p:txBody>
      </p:sp>
    </p:spTree>
    <p:extLst>
      <p:ext uri="{BB962C8B-B14F-4D97-AF65-F5344CB8AC3E}">
        <p14:creationId xmlns:p14="http://schemas.microsoft.com/office/powerpoint/2010/main" val="2293828048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C0D91-FB53-2BFC-6BFB-021EE7AF9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C70CE151-24C4-456F-976E-12CD7849C6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Data Race vs Race Conditions</a:t>
            </a:r>
          </a:p>
        </p:txBody>
      </p:sp>
      <p:sp>
        <p:nvSpPr>
          <p:cNvPr id="11267" name="TextBox 1">
            <a:extLst>
              <a:ext uri="{FF2B5EF4-FFF2-40B4-BE49-F238E27FC236}">
                <a16:creationId xmlns:a16="http://schemas.microsoft.com/office/drawing/2014/main" id="{2B580A28-0F16-777A-69E3-158D71B074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738188"/>
            <a:ext cx="8680450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Data races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Unsafe memory access has occurred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Race conditions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Logical problem, one reason behind data races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Produces unexpected or non-deterministic outcomes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5052DF-0D11-C940-C0E6-BB2B935B9781}"/>
              </a:ext>
            </a:extLst>
          </p:cNvPr>
          <p:cNvSpPr txBox="1"/>
          <p:nvPr/>
        </p:nvSpPr>
        <p:spPr>
          <a:xfrm>
            <a:off x="231775" y="2417931"/>
            <a:ext cx="393761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int counter = 0; </a:t>
            </a:r>
            <a:r>
              <a:rPr lang="en-US" sz="1400" dirty="0">
                <a:solidFill>
                  <a:schemeClr val="bg2"/>
                </a:solidFill>
                <a:latin typeface="+mn-lt"/>
              </a:rPr>
              <a:t>// Shared variable</a:t>
            </a:r>
          </a:p>
          <a:p>
            <a:endParaRPr lang="en-US" sz="1400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void* increment(void* </a:t>
            </a:r>
            <a:r>
              <a:rPr lang="en-US" sz="1400" dirty="0" err="1">
                <a:solidFill>
                  <a:schemeClr val="bg2"/>
                </a:solidFill>
                <a:latin typeface="Consolas" panose="020B0609020204030204" pitchFamily="49" charset="0"/>
              </a:rPr>
              <a:t>arg</a:t>
            </a:r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    for (int i = 0; i &lt; 100000; i++) {</a:t>
            </a:r>
          </a:p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        counter++; </a:t>
            </a:r>
            <a:r>
              <a:rPr lang="en-US" sz="1400" dirty="0">
                <a:solidFill>
                  <a:schemeClr val="bg2"/>
                </a:solidFill>
                <a:latin typeface="+mn-lt"/>
              </a:rPr>
              <a:t>// DATA RACE</a:t>
            </a:r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    return NULL;</a:t>
            </a:r>
          </a:p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9BB43E-3685-1F95-F5FD-9A3554962F3B}"/>
              </a:ext>
            </a:extLst>
          </p:cNvPr>
          <p:cNvSpPr txBox="1"/>
          <p:nvPr/>
        </p:nvSpPr>
        <p:spPr>
          <a:xfrm>
            <a:off x="4844955" y="2417931"/>
            <a:ext cx="388278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int balance = 100;</a:t>
            </a:r>
          </a:p>
          <a:p>
            <a:endParaRPr lang="en-US" sz="1400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void withdraw(int amount) {</a:t>
            </a:r>
          </a:p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    if (balance &gt;= amount) {</a:t>
            </a:r>
          </a:p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        balance = balance - amount;</a:t>
            </a:r>
          </a:p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sz="1400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T1: withdraw(80);</a:t>
            </a:r>
          </a:p>
          <a:p>
            <a:r>
              <a:rPr 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T2: withdraw(80);</a:t>
            </a:r>
          </a:p>
        </p:txBody>
      </p:sp>
    </p:spTree>
    <p:extLst>
      <p:ext uri="{BB962C8B-B14F-4D97-AF65-F5344CB8AC3E}">
        <p14:creationId xmlns:p14="http://schemas.microsoft.com/office/powerpoint/2010/main" val="3647608585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9F100-3BF7-03DE-46AA-9D77255DF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5D39B509-A12A-3B1C-BB1F-D66E420168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Producer-Consumer Problem</a:t>
            </a:r>
          </a:p>
        </p:txBody>
      </p:sp>
      <p:sp>
        <p:nvSpPr>
          <p:cNvPr id="11267" name="TextBox 1">
            <a:extLst>
              <a:ext uri="{FF2B5EF4-FFF2-40B4-BE49-F238E27FC236}">
                <a16:creationId xmlns:a16="http://schemas.microsoft.com/office/drawing/2014/main" id="{E983C4BF-4A05-550C-E93A-F865AB2B83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738188"/>
            <a:ext cx="8680450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Producer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Generates data and writes to files in a buffer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Consumer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Processes data by reading files in a buffer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Shared buffer between producer and consumer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latin typeface="+mn-lt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Problem?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What if the buffer is empty when the consumer reads?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What if the buffer is full when the producer reads?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latin typeface="+mn-lt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Solution?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Condition variables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Enables sleeping of a thread when or until a condition is true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Typically used with mutex</a:t>
            </a:r>
          </a:p>
        </p:txBody>
      </p:sp>
    </p:spTree>
    <p:extLst>
      <p:ext uri="{BB962C8B-B14F-4D97-AF65-F5344CB8AC3E}">
        <p14:creationId xmlns:p14="http://schemas.microsoft.com/office/powerpoint/2010/main" val="4013478171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66AEA-CADF-D9FD-3CEE-82AE652D1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CC010838-17A3-EF09-6998-83D1E853D8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Producer-Consumer Problem</a:t>
            </a:r>
          </a:p>
        </p:txBody>
      </p:sp>
      <p:sp>
        <p:nvSpPr>
          <p:cNvPr id="11267" name="TextBox 1">
            <a:extLst>
              <a:ext uri="{FF2B5EF4-FFF2-40B4-BE49-F238E27FC236}">
                <a16:creationId xmlns:a16="http://schemas.microsoft.com/office/drawing/2014/main" id="{C800A25F-3204-175A-41BD-EC5EE9D6F0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738188"/>
            <a:ext cx="2961801" cy="289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queue buffer;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sz="1400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Producer: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while (true) {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    item = produce();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1400" dirty="0" err="1">
                <a:solidFill>
                  <a:schemeClr val="bg2"/>
                </a:solidFill>
                <a:latin typeface="Consolas" panose="020B0609020204030204" pitchFamily="49" charset="0"/>
              </a:rPr>
              <a:t>buffer.push</a:t>
            </a:r>
            <a:r>
              <a:rPr lang="en-US" alt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(item);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}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sz="1400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Consumer: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while (true) {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    item = </a:t>
            </a:r>
            <a:r>
              <a:rPr lang="en-US" altLang="en-US" sz="1400" dirty="0" err="1">
                <a:solidFill>
                  <a:schemeClr val="bg2"/>
                </a:solidFill>
                <a:latin typeface="Consolas" panose="020B0609020204030204" pitchFamily="49" charset="0"/>
              </a:rPr>
              <a:t>buffer.pop</a:t>
            </a:r>
            <a:r>
              <a:rPr lang="en-US" alt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();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    consume(item);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chemeClr val="bg2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570B82-31C9-E9E9-6C81-A33EF5540000}"/>
              </a:ext>
            </a:extLst>
          </p:cNvPr>
          <p:cNvSpPr txBox="1"/>
          <p:nvPr/>
        </p:nvSpPr>
        <p:spPr>
          <a:xfrm>
            <a:off x="5090615" y="738188"/>
            <a:ext cx="3514300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2"/>
                </a:solidFill>
                <a:latin typeface="Consolas" panose="020B0609020204030204" pitchFamily="49" charset="0"/>
              </a:rPr>
              <a:t>mutex m;</a:t>
            </a:r>
          </a:p>
          <a:p>
            <a:r>
              <a:rPr lang="en-US" sz="1200" dirty="0" err="1">
                <a:solidFill>
                  <a:schemeClr val="bg2"/>
                </a:solidFill>
                <a:latin typeface="Consolas" panose="020B0609020204030204" pitchFamily="49" charset="0"/>
              </a:rPr>
              <a:t>condition_variable</a:t>
            </a:r>
            <a:r>
              <a:rPr lang="en-US" sz="1200" dirty="0">
                <a:solidFill>
                  <a:schemeClr val="bg2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chemeClr val="bg2"/>
                </a:solidFill>
                <a:latin typeface="Consolas" panose="020B0609020204030204" pitchFamily="49" charset="0"/>
              </a:rPr>
              <a:t>not_full</a:t>
            </a:r>
            <a:r>
              <a:rPr lang="en-US" sz="1200" dirty="0">
                <a:solidFill>
                  <a:schemeClr val="bg2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 err="1">
                <a:solidFill>
                  <a:schemeClr val="bg2"/>
                </a:solidFill>
                <a:latin typeface="Consolas" panose="020B0609020204030204" pitchFamily="49" charset="0"/>
              </a:rPr>
              <a:t>not_empty</a:t>
            </a:r>
            <a:r>
              <a:rPr lang="en-US" sz="1200" dirty="0">
                <a:solidFill>
                  <a:schemeClr val="bg2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chemeClr val="bg2"/>
                </a:solidFill>
                <a:latin typeface="Consolas" panose="020B0609020204030204" pitchFamily="49" charset="0"/>
              </a:rPr>
              <a:t>queue buffer;</a:t>
            </a:r>
          </a:p>
          <a:p>
            <a:r>
              <a:rPr lang="en-US" sz="1200" dirty="0">
                <a:solidFill>
                  <a:schemeClr val="bg2"/>
                </a:solidFill>
                <a:latin typeface="Consolas" panose="020B0609020204030204" pitchFamily="49" charset="0"/>
              </a:rPr>
              <a:t>int MAX = 10;</a:t>
            </a:r>
          </a:p>
          <a:p>
            <a:endParaRPr lang="en-US" sz="1200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chemeClr val="bg2"/>
                </a:solidFill>
                <a:latin typeface="Consolas" panose="020B0609020204030204" pitchFamily="49" charset="0"/>
              </a:rPr>
              <a:t>Producer:</a:t>
            </a:r>
          </a:p>
          <a:p>
            <a:r>
              <a:rPr lang="en-US" sz="1200" dirty="0">
                <a:solidFill>
                  <a:schemeClr val="bg2"/>
                </a:solidFill>
                <a:latin typeface="Consolas" panose="020B0609020204030204" pitchFamily="49" charset="0"/>
              </a:rPr>
              <a:t>lock(m);</a:t>
            </a:r>
          </a:p>
          <a:p>
            <a:r>
              <a:rPr lang="en-US" sz="1200" dirty="0">
                <a:solidFill>
                  <a:schemeClr val="bg2"/>
                </a:solidFill>
                <a:latin typeface="Consolas" panose="020B0609020204030204" pitchFamily="49" charset="0"/>
              </a:rPr>
              <a:t>while (</a:t>
            </a:r>
            <a:r>
              <a:rPr lang="en-US" sz="1200" dirty="0" err="1">
                <a:solidFill>
                  <a:schemeClr val="bg2"/>
                </a:solidFill>
                <a:latin typeface="Consolas" panose="020B0609020204030204" pitchFamily="49" charset="0"/>
              </a:rPr>
              <a:t>buffer.size</a:t>
            </a:r>
            <a:r>
              <a:rPr lang="en-US" sz="1200" dirty="0">
                <a:solidFill>
                  <a:schemeClr val="bg2"/>
                </a:solidFill>
                <a:latin typeface="Consolas" panose="020B0609020204030204" pitchFamily="49" charset="0"/>
              </a:rPr>
              <a:t>() == MAX)</a:t>
            </a:r>
          </a:p>
          <a:p>
            <a:r>
              <a:rPr lang="en-US" sz="1200" dirty="0">
                <a:solidFill>
                  <a:schemeClr val="bg2"/>
                </a:solidFill>
                <a:latin typeface="Consolas" panose="020B0609020204030204" pitchFamily="49" charset="0"/>
              </a:rPr>
              <a:t>    wait(</a:t>
            </a:r>
            <a:r>
              <a:rPr lang="en-US" sz="1200" dirty="0" err="1">
                <a:solidFill>
                  <a:schemeClr val="bg2"/>
                </a:solidFill>
                <a:latin typeface="Consolas" panose="020B0609020204030204" pitchFamily="49" charset="0"/>
              </a:rPr>
              <a:t>not_full</a:t>
            </a:r>
            <a:r>
              <a:rPr lang="en-US" sz="1200" dirty="0">
                <a:solidFill>
                  <a:schemeClr val="bg2"/>
                </a:solidFill>
                <a:latin typeface="Consolas" panose="020B0609020204030204" pitchFamily="49" charset="0"/>
              </a:rPr>
              <a:t>, m);</a:t>
            </a:r>
          </a:p>
          <a:p>
            <a:endParaRPr lang="en-US" sz="1200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r>
              <a:rPr lang="en-US" sz="1200" dirty="0" err="1">
                <a:solidFill>
                  <a:schemeClr val="bg2"/>
                </a:solidFill>
                <a:latin typeface="Consolas" panose="020B0609020204030204" pitchFamily="49" charset="0"/>
              </a:rPr>
              <a:t>buffer.push</a:t>
            </a:r>
            <a:r>
              <a:rPr lang="en-US" sz="1200" dirty="0">
                <a:solidFill>
                  <a:schemeClr val="bg2"/>
                </a:solidFill>
                <a:latin typeface="Consolas" panose="020B0609020204030204" pitchFamily="49" charset="0"/>
              </a:rPr>
              <a:t>(item);</a:t>
            </a:r>
          </a:p>
          <a:p>
            <a:endParaRPr lang="en-US" sz="1200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chemeClr val="bg2"/>
                </a:solidFill>
                <a:latin typeface="Consolas" panose="020B0609020204030204" pitchFamily="49" charset="0"/>
              </a:rPr>
              <a:t>signal(</a:t>
            </a:r>
            <a:r>
              <a:rPr lang="en-US" sz="1200" dirty="0" err="1">
                <a:solidFill>
                  <a:schemeClr val="bg2"/>
                </a:solidFill>
                <a:latin typeface="Consolas" panose="020B0609020204030204" pitchFamily="49" charset="0"/>
              </a:rPr>
              <a:t>not_empty</a:t>
            </a:r>
            <a:r>
              <a:rPr lang="en-US" sz="1200" dirty="0">
                <a:solidFill>
                  <a:schemeClr val="bg2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>
                <a:solidFill>
                  <a:schemeClr val="bg2"/>
                </a:solidFill>
                <a:latin typeface="Consolas" panose="020B0609020204030204" pitchFamily="49" charset="0"/>
              </a:rPr>
              <a:t>unlock(m);</a:t>
            </a:r>
          </a:p>
          <a:p>
            <a:endParaRPr lang="en-US" sz="1200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chemeClr val="bg2"/>
                </a:solidFill>
                <a:latin typeface="Consolas" panose="020B0609020204030204" pitchFamily="49" charset="0"/>
              </a:rPr>
              <a:t>Consumer:</a:t>
            </a:r>
          </a:p>
          <a:p>
            <a:r>
              <a:rPr lang="en-US" sz="1200" dirty="0">
                <a:solidFill>
                  <a:schemeClr val="bg2"/>
                </a:solidFill>
                <a:latin typeface="Consolas" panose="020B0609020204030204" pitchFamily="49" charset="0"/>
              </a:rPr>
              <a:t>lock(m);</a:t>
            </a:r>
          </a:p>
          <a:p>
            <a:r>
              <a:rPr lang="en-US" sz="1200" dirty="0">
                <a:solidFill>
                  <a:schemeClr val="bg2"/>
                </a:solidFill>
                <a:latin typeface="Consolas" panose="020B0609020204030204" pitchFamily="49" charset="0"/>
              </a:rPr>
              <a:t>while (</a:t>
            </a:r>
            <a:r>
              <a:rPr lang="en-US" sz="1200" dirty="0" err="1">
                <a:solidFill>
                  <a:schemeClr val="bg2"/>
                </a:solidFill>
                <a:latin typeface="Consolas" panose="020B0609020204030204" pitchFamily="49" charset="0"/>
              </a:rPr>
              <a:t>buffer.empty</a:t>
            </a:r>
            <a:r>
              <a:rPr lang="en-US" sz="1200" dirty="0">
                <a:solidFill>
                  <a:schemeClr val="bg2"/>
                </a:solidFill>
                <a:latin typeface="Consolas" panose="020B0609020204030204" pitchFamily="49" charset="0"/>
              </a:rPr>
              <a:t>())</a:t>
            </a:r>
          </a:p>
          <a:p>
            <a:r>
              <a:rPr lang="en-US" sz="1200" dirty="0">
                <a:solidFill>
                  <a:schemeClr val="bg2"/>
                </a:solidFill>
                <a:latin typeface="Consolas" panose="020B0609020204030204" pitchFamily="49" charset="0"/>
              </a:rPr>
              <a:t>    wait(</a:t>
            </a:r>
            <a:r>
              <a:rPr lang="en-US" sz="1200" dirty="0" err="1">
                <a:solidFill>
                  <a:schemeClr val="bg2"/>
                </a:solidFill>
                <a:latin typeface="Consolas" panose="020B0609020204030204" pitchFamily="49" charset="0"/>
              </a:rPr>
              <a:t>not_empty</a:t>
            </a:r>
            <a:r>
              <a:rPr lang="en-US" sz="1200" dirty="0">
                <a:solidFill>
                  <a:schemeClr val="bg2"/>
                </a:solidFill>
                <a:latin typeface="Consolas" panose="020B0609020204030204" pitchFamily="49" charset="0"/>
              </a:rPr>
              <a:t>, m);</a:t>
            </a:r>
          </a:p>
          <a:p>
            <a:endParaRPr lang="en-US" sz="1200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chemeClr val="bg2"/>
                </a:solidFill>
                <a:latin typeface="Consolas" panose="020B0609020204030204" pitchFamily="49" charset="0"/>
              </a:rPr>
              <a:t>item = </a:t>
            </a:r>
            <a:r>
              <a:rPr lang="en-US" sz="1200" dirty="0" err="1">
                <a:solidFill>
                  <a:schemeClr val="bg2"/>
                </a:solidFill>
                <a:latin typeface="Consolas" panose="020B0609020204030204" pitchFamily="49" charset="0"/>
              </a:rPr>
              <a:t>buffer.pop</a:t>
            </a:r>
            <a:r>
              <a:rPr lang="en-US" sz="1200" dirty="0">
                <a:solidFill>
                  <a:schemeClr val="bg2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200" dirty="0">
                <a:solidFill>
                  <a:schemeClr val="bg2"/>
                </a:solidFill>
                <a:latin typeface="Consolas" panose="020B0609020204030204" pitchFamily="49" charset="0"/>
              </a:rPr>
              <a:t>signal(</a:t>
            </a:r>
            <a:r>
              <a:rPr lang="en-US" sz="1200" dirty="0" err="1">
                <a:solidFill>
                  <a:schemeClr val="bg2"/>
                </a:solidFill>
                <a:latin typeface="Consolas" panose="020B0609020204030204" pitchFamily="49" charset="0"/>
              </a:rPr>
              <a:t>not_full</a:t>
            </a:r>
            <a:r>
              <a:rPr lang="en-US" sz="1200" dirty="0">
                <a:solidFill>
                  <a:schemeClr val="bg2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>
                <a:solidFill>
                  <a:schemeClr val="bg2"/>
                </a:solidFill>
                <a:latin typeface="Consolas" panose="020B0609020204030204" pitchFamily="49" charset="0"/>
              </a:rPr>
              <a:t>unlock(m);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4A7DCD-40E7-D175-B255-0AD99DD3C637}"/>
              </a:ext>
            </a:extLst>
          </p:cNvPr>
          <p:cNvSpPr txBox="1"/>
          <p:nvPr/>
        </p:nvSpPr>
        <p:spPr>
          <a:xfrm>
            <a:off x="1958217" y="4159031"/>
            <a:ext cx="23885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 Observe: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while </a:t>
            </a:r>
            <a:r>
              <a:rPr lang="en-US" altLang="en-US" dirty="0">
                <a:solidFill>
                  <a:schemeClr val="bg2"/>
                </a:solidFill>
                <a:latin typeface="+mn-lt"/>
              </a:rPr>
              <a:t>not 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if</a:t>
            </a:r>
          </a:p>
        </p:txBody>
      </p:sp>
    </p:spTree>
    <p:extLst>
      <p:ext uri="{BB962C8B-B14F-4D97-AF65-F5344CB8AC3E}">
        <p14:creationId xmlns:p14="http://schemas.microsoft.com/office/powerpoint/2010/main" val="2296221188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63117-CD08-04D0-68E3-D7FE5F523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688A6D70-8259-04D7-607B-1E7E155D86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Thread Pools</a:t>
            </a:r>
          </a:p>
        </p:txBody>
      </p:sp>
      <p:sp>
        <p:nvSpPr>
          <p:cNvPr id="11267" name="TextBox 1">
            <a:extLst>
              <a:ext uri="{FF2B5EF4-FFF2-40B4-BE49-F238E27FC236}">
                <a16:creationId xmlns:a16="http://schemas.microsoft.com/office/drawing/2014/main" id="{5F6BC50B-6845-22EB-8F3C-FC142FAFB9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738188"/>
            <a:ext cx="8680450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Thread pools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Task queue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Worker threads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latin typeface="+mn-lt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Creating threads is expensive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Pre-create a fixed number of threads on boot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Reuse the thread pools for tasks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Avoids thread creation overhead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Granular control of concurrency levels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Prevent real-time resource exhaustion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Increases boot time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More applicable for enterprise systems rather than PCs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Boot/reboot once a month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CEBEE9-F021-13E7-E572-A884602F6D89}"/>
              </a:ext>
            </a:extLst>
          </p:cNvPr>
          <p:cNvSpPr txBox="1"/>
          <p:nvPr/>
        </p:nvSpPr>
        <p:spPr>
          <a:xfrm>
            <a:off x="5827594" y="820495"/>
            <a:ext cx="313898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Consolas" panose="020B0609020204030204" pitchFamily="49" charset="0"/>
              </a:rPr>
              <a:t>while (true) {</a:t>
            </a:r>
          </a:p>
          <a:p>
            <a:r>
              <a:rPr lang="en-US" dirty="0">
                <a:solidFill>
                  <a:schemeClr val="bg2"/>
                </a:solidFill>
                <a:latin typeface="Consolas" panose="020B0609020204030204" pitchFamily="49" charset="0"/>
              </a:rPr>
              <a:t>    task = </a:t>
            </a:r>
            <a:r>
              <a:rPr 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queue.pop</a:t>
            </a:r>
            <a:r>
              <a:rPr lang="en-US" dirty="0">
                <a:solidFill>
                  <a:schemeClr val="bg2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dirty="0">
                <a:solidFill>
                  <a:schemeClr val="bg2"/>
                </a:solidFill>
                <a:latin typeface="Consolas" panose="020B0609020204030204" pitchFamily="49" charset="0"/>
              </a:rPr>
              <a:t>    execute(task);</a:t>
            </a:r>
          </a:p>
          <a:p>
            <a:r>
              <a:rPr lang="en-US" dirty="0">
                <a:solidFill>
                  <a:schemeClr val="bg2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60646228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4F009-8C76-E9F4-7FCA-551FBF779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9DE13D42-A26B-0938-CB55-A16775D90E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Concurrency in Servers</a:t>
            </a:r>
          </a:p>
        </p:txBody>
      </p:sp>
      <p:sp>
        <p:nvSpPr>
          <p:cNvPr id="11267" name="TextBox 1">
            <a:extLst>
              <a:ext uri="{FF2B5EF4-FFF2-40B4-BE49-F238E27FC236}">
                <a16:creationId xmlns:a16="http://schemas.microsoft.com/office/drawing/2014/main" id="{FFE720E5-7CC5-8041-C15C-68CF50D48C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738188"/>
            <a:ext cx="8680450" cy="4801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 eaLnBrk="1" hangingPunct="1"/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while (true) {</a:t>
            </a:r>
          </a:p>
          <a:p>
            <a:pPr marL="0" indent="0" eaLnBrk="1" hangingPunct="1"/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   client = accept();</a:t>
            </a:r>
          </a:p>
          <a:p>
            <a:pPr marL="0" indent="0" eaLnBrk="1" hangingPunct="1"/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   handle(client);</a:t>
            </a:r>
          </a:p>
          <a:p>
            <a:pPr marL="0" indent="0" eaLnBrk="1" hangingPunct="1"/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}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latin typeface="+mn-lt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One client blocks others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Thread per connection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accept()</a:t>
            </a:r>
            <a:r>
              <a:rPr lang="en-US" altLang="en-US" dirty="0">
                <a:solidFill>
                  <a:schemeClr val="bg2"/>
                </a:solidFill>
                <a:latin typeface="+mn-lt"/>
              </a:rPr>
              <a:t> </a:t>
            </a:r>
            <a:r>
              <a:rPr lang="en-US" altLang="en-US" dirty="0">
                <a:solidFill>
                  <a:schemeClr val="bg2"/>
                </a:solidFill>
                <a:latin typeface="+mn-lt"/>
                <a:sym typeface="Wingdings" panose="05000000000000000000" pitchFamily="2" charset="2"/>
              </a:rPr>
              <a:t> thread  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handle(client)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Too many threads: memory + PU overhead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Thread pool queue and task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accept()</a:t>
            </a:r>
            <a:r>
              <a:rPr lang="en-US" altLang="en-US" dirty="0">
                <a:solidFill>
                  <a:schemeClr val="bg2"/>
                </a:solidFill>
              </a:rPr>
              <a:t> </a:t>
            </a:r>
            <a:r>
              <a:rPr lang="en-US" altLang="en-US" dirty="0">
                <a:solidFill>
                  <a:schemeClr val="bg2"/>
                </a:solidFill>
                <a:sym typeface="Wingdings" panose="05000000000000000000" pitchFamily="2" charset="2"/>
              </a:rPr>
              <a:t> push task  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execute(task)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Multiple threads share cache, session data, file handles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Mutex or atomic the threads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</a:endParaRPr>
          </a:p>
          <a:p>
            <a:pPr lvl="1"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1442779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18874-013D-16C7-9BD1-8092206DB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07692152-A01E-AB9C-FEDA-F7B3DBBDA8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Concurrency: </a:t>
            </a:r>
            <a:r>
              <a:rPr lang="en-US" altLang="en-US" dirty="0" err="1">
                <a:solidFill>
                  <a:schemeClr val="tx1"/>
                </a:solidFill>
              </a:rPr>
              <a:t>ServerShutdown</a:t>
            </a:r>
            <a:endParaRPr lang="en-US" altLang="en-US" dirty="0">
              <a:solidFill>
                <a:schemeClr val="tx1"/>
              </a:solidFill>
            </a:endParaRPr>
          </a:p>
        </p:txBody>
      </p:sp>
      <p:sp>
        <p:nvSpPr>
          <p:cNvPr id="11267" name="TextBox 1">
            <a:extLst>
              <a:ext uri="{FF2B5EF4-FFF2-40B4-BE49-F238E27FC236}">
                <a16:creationId xmlns:a16="http://schemas.microsoft.com/office/drawing/2014/main" id="{0A1739DD-A4B3-2997-C17C-DB0CBEE696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738188"/>
            <a:ext cx="8680450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Concurrency makes server shutdown a complex process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Running threads’ interdependencies?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What to close among open sockets?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Careless shutdowns could deadlock 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Recommended procedure: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Stop new 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accept()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Signal workers to stop via 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SIGTERM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Wait for threads to finish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Free locks, clean memory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bg2"/>
                </a:solidFill>
              </a:rPr>
              <a:t>Shutdown</a:t>
            </a: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2532318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698EE-D8E7-EF28-42D2-8EC19CC30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30EA1C33-F6B3-B1AC-7499-489CDF58DC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Demos</a:t>
            </a:r>
          </a:p>
        </p:txBody>
      </p:sp>
      <p:sp>
        <p:nvSpPr>
          <p:cNvPr id="11267" name="TextBox 1">
            <a:extLst>
              <a:ext uri="{FF2B5EF4-FFF2-40B4-BE49-F238E27FC236}">
                <a16:creationId xmlns:a16="http://schemas.microsoft.com/office/drawing/2014/main" id="{E617855E-7493-4E74-3098-0421CC1083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738188"/>
            <a:ext cx="8680450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gcc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-O2 -Wall -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Wextra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-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pthread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race_counter.c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-o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race_counter</a:t>
            </a: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./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race_counter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8 5000000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gcc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-O2 -Wall -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Wextra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-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pthread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race_counter_mutex.c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-o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race_counter_mutex</a:t>
            </a: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./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race_counter_mutex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8 5000000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gcc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-O2 -Wall -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Wextra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-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pthread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bounded_queue.c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-o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bounded_queue</a:t>
            </a: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./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bounded_queue</a:t>
            </a: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pPr lvl="1"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gcc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-O2 -Wall -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Wextra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-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pthread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thread_pool.c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-o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thread_pool</a:t>
            </a: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./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thread_pool</a:t>
            </a: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8530262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D59BD-164E-1BFD-5E40-E7FC40255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3AD8665C-99C2-4508-5956-3905F0FE48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Demos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9C2665-CE71-6FD6-93F6-77031632C9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836" y="1033881"/>
            <a:ext cx="7716327" cy="11241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FA9A9B0-A84B-A91E-A72C-48C4771058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078" y="2453681"/>
            <a:ext cx="3286584" cy="26006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9E9F679-3E5F-9346-812F-CF2026F0A0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999" y="3444419"/>
            <a:ext cx="866896" cy="16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553349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70F71-E1FE-7660-7B8E-A5B6CDBE3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9CAC7EDC-8029-6C33-FD91-12DD93A121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Demos</a:t>
            </a:r>
          </a:p>
        </p:txBody>
      </p:sp>
      <p:sp>
        <p:nvSpPr>
          <p:cNvPr id="11267" name="TextBox 1">
            <a:extLst>
              <a:ext uri="{FF2B5EF4-FFF2-40B4-BE49-F238E27FC236}">
                <a16:creationId xmlns:a16="http://schemas.microsoft.com/office/drawing/2014/main" id="{0A1E5FB7-AFCB-F8BA-AD6A-650807EC08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738188"/>
            <a:ext cx="8680450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gcc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-O2 -Wall -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Wextra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poll_echo_server.c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-o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poll_echo_server</a:t>
            </a: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./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poll_echo_Server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9091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nc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127.0.0.1 9091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gcc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-O2 -Wall -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Wextra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-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pthread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parallel_sum.c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-o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parallel_sum</a:t>
            </a: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./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parallel_sum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8 200000000</a:t>
            </a:r>
          </a:p>
        </p:txBody>
      </p:sp>
    </p:spTree>
    <p:extLst>
      <p:ext uri="{BB962C8B-B14F-4D97-AF65-F5344CB8AC3E}">
        <p14:creationId xmlns:p14="http://schemas.microsoft.com/office/powerpoint/2010/main" val="3184058918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2CC2F-17AE-2991-9915-B3AE01604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1FDE9337-18F3-89F3-4BC5-AAA021FA06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Demos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FC19E8-A996-3EED-21E8-7C26130E13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336" y="1079870"/>
            <a:ext cx="6087325" cy="6192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EACC1F2-4B27-5AA2-6D1F-A29D4087C4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2601" y="1907979"/>
            <a:ext cx="2638793" cy="10955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DF91099-33EF-616A-2CF2-494A4594B6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9676" y="3815945"/>
            <a:ext cx="6744641" cy="49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752264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B0DA1-524E-0394-BD54-E85D371AB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145283BA-A307-21D7-011E-B3F0B581F4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Most Minimal VM</a:t>
            </a:r>
          </a:p>
        </p:txBody>
      </p:sp>
      <p:sp>
        <p:nvSpPr>
          <p:cNvPr id="11267" name="TextBox 1">
            <a:extLst>
              <a:ext uri="{FF2B5EF4-FFF2-40B4-BE49-F238E27FC236}">
                <a16:creationId xmlns:a16="http://schemas.microsoft.com/office/drawing/2014/main" id="{3A890699-9B1B-3CBF-9594-03D6E9FC27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775" y="738188"/>
            <a:ext cx="8680450" cy="3693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Many have a VM speed issue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Any options even more minimal than Lubuntu?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Try using </a:t>
            </a:r>
            <a:r>
              <a:rPr lang="en-US" altLang="en-US" dirty="0" err="1">
                <a:solidFill>
                  <a:schemeClr val="bg2"/>
                </a:solidFill>
              </a:rPr>
              <a:t>DietPi</a:t>
            </a: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A stripped-down version of Debian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Intended to be used on single-board computers such as </a:t>
            </a:r>
            <a:r>
              <a:rPr lang="en-US" altLang="en-US" dirty="0" err="1">
                <a:solidFill>
                  <a:schemeClr val="bg2"/>
                </a:solidFill>
              </a:rPr>
              <a:t>RaspberryPi</a:t>
            </a:r>
            <a:endParaRPr lang="en-US" altLang="en-US" dirty="0">
              <a:solidFill>
                <a:schemeClr val="bg2"/>
              </a:solidFill>
            </a:endParaRP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Has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systemd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>
                <a:solidFill>
                  <a:schemeClr val="bg2"/>
                </a:solidFill>
              </a:rPr>
              <a:t>and 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apt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Can still benefit from many Ubuntu support resources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If you are daring enough to leave Ubuntu and </a:t>
            </a: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systemd</a:t>
            </a:r>
            <a:r>
              <a:rPr lang="en-US" altLang="en-US" dirty="0">
                <a:solidFill>
                  <a:schemeClr val="bg2"/>
                </a:solidFill>
                <a:latin typeface="Consolas" panose="020B0609020204030204" pitchFamily="49" charset="0"/>
              </a:rPr>
              <a:t> and apt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bg2"/>
                </a:solidFill>
                <a:latin typeface="Consolas" panose="020B0609020204030204" pitchFamily="49" charset="0"/>
              </a:rPr>
              <a:t>TinyCoreLinux</a:t>
            </a:r>
            <a:r>
              <a:rPr lang="en-US" altLang="en-US" dirty="0">
                <a:solidFill>
                  <a:schemeClr val="bg2"/>
                </a:solidFill>
              </a:rPr>
              <a:t> is another option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bg2"/>
                </a:solidFill>
              </a:rPr>
              <a:t>192MB </a:t>
            </a:r>
            <a:r>
              <a:rPr lang="en-US" altLang="en-US" dirty="0">
                <a:solidFill>
                  <a:schemeClr val="bg2"/>
                </a:solidFill>
              </a:rPr>
              <a:t>iso download and takes 70MB RAM by default</a:t>
            </a:r>
          </a:p>
          <a:p>
            <a:pPr lvl="2"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2"/>
                </a:solidFill>
              </a:rPr>
              <a:t>Has a GUI </a:t>
            </a:r>
            <a:endParaRPr lang="en-US" altLang="en-US" dirty="0">
              <a:solidFill>
                <a:schemeClr val="bg2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1155668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0CF0F-B861-40DA-C591-3986FA85D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913BF5AA-C918-DBE5-8EFF-DF29269C56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Demos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3321DD-F38F-BD3D-2B85-6CADACCC02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020" y="1205264"/>
            <a:ext cx="8125959" cy="311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629351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55D48-054A-A1ED-3B41-D839D5831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E6114180-893D-0DD0-F5E9-C73B8A155E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Demos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CCE974-5078-4F55-D7FD-BDD9924ED1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494" y="1320357"/>
            <a:ext cx="8145012" cy="295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061906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401AD-A3EE-F8FC-CF93-AA8F74424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5">
            <a:extLst>
              <a:ext uri="{FF2B5EF4-FFF2-40B4-BE49-F238E27FC236}">
                <a16:creationId xmlns:a16="http://schemas.microsoft.com/office/drawing/2014/main" id="{55E03360-DE02-3097-4224-B4FE5F016D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338138"/>
            <a:ext cx="8426450" cy="40005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Demos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7E9E3D-6144-D5A3-019F-33E2F333AA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364" y="1199958"/>
            <a:ext cx="5525271" cy="2743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93985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Default Design">
  <a:themeElements>
    <a:clrScheme name="WSU Brand HEX">
      <a:dk1>
        <a:srgbClr val="000000"/>
      </a:dk1>
      <a:lt1>
        <a:srgbClr val="FFFFFF"/>
      </a:lt1>
      <a:dk2>
        <a:srgbClr val="003C69"/>
      </a:dk2>
      <a:lt2>
        <a:srgbClr val="DBCEAC"/>
      </a:lt2>
      <a:accent1>
        <a:srgbClr val="981E32"/>
      </a:accent1>
      <a:accent2>
        <a:srgbClr val="5E6A71"/>
      </a:accent2>
      <a:accent3>
        <a:srgbClr val="C60C30"/>
      </a:accent3>
      <a:accent4>
        <a:srgbClr val="EC7A08"/>
      </a:accent4>
      <a:accent5>
        <a:srgbClr val="3CB6CE"/>
      </a:accent5>
      <a:accent6>
        <a:srgbClr val="B6BF00"/>
      </a:accent6>
      <a:hlink>
        <a:srgbClr val="452325"/>
      </a:hlink>
      <a:folHlink>
        <a:srgbClr val="FF00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C003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2AAAD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CC0033"/>
        </a:accent1>
        <a:accent2>
          <a:srgbClr val="000099"/>
        </a:accent2>
        <a:accent3>
          <a:srgbClr val="FFFFFF"/>
        </a:accent3>
        <a:accent4>
          <a:srgbClr val="000000"/>
        </a:accent4>
        <a:accent5>
          <a:srgbClr val="E2AAAD"/>
        </a:accent5>
        <a:accent6>
          <a:srgbClr val="00008A"/>
        </a:accent6>
        <a:hlink>
          <a:srgbClr val="009999"/>
        </a:hlink>
        <a:folHlink>
          <a:srgbClr val="33CC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15">
        <a:dk1>
          <a:srgbClr val="000000"/>
        </a:dk1>
        <a:lt1>
          <a:srgbClr val="FFFFFF"/>
        </a:lt1>
        <a:dk2>
          <a:srgbClr val="000099"/>
        </a:dk2>
        <a:lt2>
          <a:srgbClr val="FFFFFF"/>
        </a:lt2>
        <a:accent1>
          <a:srgbClr val="CC0033"/>
        </a:accent1>
        <a:accent2>
          <a:srgbClr val="000099"/>
        </a:accent2>
        <a:accent3>
          <a:srgbClr val="AAAACA"/>
        </a:accent3>
        <a:accent4>
          <a:srgbClr val="DADADA"/>
        </a:accent4>
        <a:accent5>
          <a:srgbClr val="E2AAAD"/>
        </a:accent5>
        <a:accent6>
          <a:srgbClr val="00008A"/>
        </a:accent6>
        <a:hlink>
          <a:srgbClr val="009999"/>
        </a:hlink>
        <a:folHlink>
          <a:srgbClr val="33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6">
        <a:dk1>
          <a:srgbClr val="000000"/>
        </a:dk1>
        <a:lt1>
          <a:srgbClr val="FFFFFF"/>
        </a:lt1>
        <a:dk2>
          <a:srgbClr val="009999"/>
        </a:dk2>
        <a:lt2>
          <a:srgbClr val="FFFFFF"/>
        </a:lt2>
        <a:accent1>
          <a:srgbClr val="CC0033"/>
        </a:accent1>
        <a:accent2>
          <a:srgbClr val="000099"/>
        </a:accent2>
        <a:accent3>
          <a:srgbClr val="AACACA"/>
        </a:accent3>
        <a:accent4>
          <a:srgbClr val="DADADA"/>
        </a:accent4>
        <a:accent5>
          <a:srgbClr val="E2AAAD"/>
        </a:accent5>
        <a:accent6>
          <a:srgbClr val="00008A"/>
        </a:accent6>
        <a:hlink>
          <a:srgbClr val="009999"/>
        </a:hlink>
        <a:folHlink>
          <a:srgbClr val="33CC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6324</TotalTime>
  <Words>2230</Words>
  <Application>Microsoft Office PowerPoint</Application>
  <PresentationFormat>On-screen Show (16:9)</PresentationFormat>
  <Paragraphs>481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Arial</vt:lpstr>
      <vt:lpstr>Consolas</vt:lpstr>
      <vt:lpstr>Lucida Sans</vt:lpstr>
      <vt:lpstr>Times New Roman</vt:lpstr>
      <vt:lpstr>Wingdings</vt:lpstr>
      <vt:lpstr>Default Design</vt:lpstr>
      <vt:lpstr>CptS 360</vt:lpstr>
      <vt:lpstr>Connection from Last Session</vt:lpstr>
      <vt:lpstr>Concurrency</vt:lpstr>
      <vt:lpstr>Concurrency</vt:lpstr>
      <vt:lpstr>Threads and Processes</vt:lpstr>
      <vt:lpstr>Threads and Processes</vt:lpstr>
      <vt:lpstr>Threads and Processes</vt:lpstr>
      <vt:lpstr>Multithreading</vt:lpstr>
      <vt:lpstr>Single-Threaded</vt:lpstr>
      <vt:lpstr>Multithreaded</vt:lpstr>
      <vt:lpstr>Parallelism (Multiprocessing)</vt:lpstr>
      <vt:lpstr>Parallelism (Multiprocessing)</vt:lpstr>
      <vt:lpstr>Concurrency Variants</vt:lpstr>
      <vt:lpstr>Concurrency Variants</vt:lpstr>
      <vt:lpstr>Data Races</vt:lpstr>
      <vt:lpstr>Data Races</vt:lpstr>
      <vt:lpstr>Data Races</vt:lpstr>
      <vt:lpstr>Atomics and Mutex</vt:lpstr>
      <vt:lpstr>Data Race vs Race Conditions</vt:lpstr>
      <vt:lpstr>Producer-Consumer Problem</vt:lpstr>
      <vt:lpstr>Producer-Consumer Problem</vt:lpstr>
      <vt:lpstr>Thread Pools</vt:lpstr>
      <vt:lpstr>Concurrency in Servers</vt:lpstr>
      <vt:lpstr>Concurrency: ServerShutdown</vt:lpstr>
      <vt:lpstr>Demos</vt:lpstr>
      <vt:lpstr>Demos</vt:lpstr>
      <vt:lpstr>Demos</vt:lpstr>
      <vt:lpstr>Demos</vt:lpstr>
      <vt:lpstr>Most Minimal VM</vt:lpstr>
      <vt:lpstr>Demos</vt:lpstr>
      <vt:lpstr>Demos</vt:lpstr>
      <vt:lpstr>Demos</vt:lpstr>
    </vt:vector>
  </TitlesOfParts>
  <Company>Washington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Marketing</dc:creator>
  <cp:lastModifiedBy>Jillepalli, Ananth</cp:lastModifiedBy>
  <cp:revision>594</cp:revision>
  <cp:lastPrinted>2014-04-21T18:27:44Z</cp:lastPrinted>
  <dcterms:created xsi:type="dcterms:W3CDTF">2001-10-04T20:08:10Z</dcterms:created>
  <dcterms:modified xsi:type="dcterms:W3CDTF">2026-04-07T16:55:50Z</dcterms:modified>
</cp:coreProperties>
</file>